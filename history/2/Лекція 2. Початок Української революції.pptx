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7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1F9F68-52D3-47BD-B0CB-AC0B8C0C14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4C0049BA-7B6A-1D49-1A94-56C3F64E24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EF852EF-90B1-76C1-0235-F7FE1341F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82AE6-D0D3-4F93-A81B-B09C67FA1DA9}" type="datetimeFigureOut">
              <a:rPr lang="uk-UA" smtClean="0"/>
              <a:t>16.02.2024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9ADF83C-C79B-B7A6-7D87-D004AD858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C7BF528-39A4-7167-3C80-B922F5058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B2419-DAAE-4FCC-ADAB-DDE84D6D892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56103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D307B7-DCC6-6FC3-03E1-1AFBD9600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0E72219-F6BA-F8F3-80FF-1F588F41F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97B195A-B031-0EED-DF6A-FA93FBE25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82AE6-D0D3-4F93-A81B-B09C67FA1DA9}" type="datetimeFigureOut">
              <a:rPr lang="uk-UA" smtClean="0"/>
              <a:t>16.02.2024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9A40157-6149-228D-8D49-5D8A0BF9C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7043771-CD98-9860-28CA-B91CFFCAB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B2419-DAAE-4FCC-ADAB-DDE84D6D892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1048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6FCD25-B0C2-EA18-4BA9-5816D7846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2133321E-8625-2201-D7CA-E89A6DBE93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DFADC86-F7A0-F8CE-3AB5-CACB70940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82AE6-D0D3-4F93-A81B-B09C67FA1DA9}" type="datetimeFigureOut">
              <a:rPr lang="uk-UA" smtClean="0"/>
              <a:t>16.02.2024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545FB1D-BD34-9AFF-2016-861FC59E4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53CFD23-9684-AEA7-1EA8-2D11E8D48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B2419-DAAE-4FCC-ADAB-DDE84D6D892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0439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82ED3A-1E14-19DF-0ADE-7C1282C8F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A531998-CC8E-73E9-DE7C-B2CFE18BC0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CEB1ED8A-8704-92A7-4E7A-1FCBE96F57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E1732363-F78D-5FDC-1086-8ADEEAC6F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82AE6-D0D3-4F93-A81B-B09C67FA1DA9}" type="datetimeFigureOut">
              <a:rPr lang="uk-UA" smtClean="0"/>
              <a:t>16.02.2024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F5F4E2D9-6F02-11DF-F785-8D7CA1865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E64081C8-957D-AC0B-7653-47C5B260A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B2419-DAAE-4FCC-ADAB-DDE84D6D892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07906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79831F-CB53-7F18-3D6F-BC7EF6409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68F423CA-4763-0FAC-3EFB-57FB01EE17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F65BC9E0-B2DA-001A-6AAE-3F4464E892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EDAFEA38-301C-CF4C-2E09-286B0D7E26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2A2051C9-B8C4-864D-F48F-EA79758F24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2FE2BA6C-E921-5A03-5C18-1F25A64F1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82AE6-D0D3-4F93-A81B-B09C67FA1DA9}" type="datetimeFigureOut">
              <a:rPr lang="uk-UA" smtClean="0"/>
              <a:t>16.02.2024</a:t>
            </a:fld>
            <a:endParaRPr lang="uk-UA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AE218F20-533E-AEA1-7138-3C3A61E00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A9C8A83A-5006-14D3-169B-DE445CC4E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B2419-DAAE-4FCC-ADAB-DDE84D6D892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84435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3A0BDD-E9E3-3563-F8C7-AD4333640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55C6D0D3-0EB6-BFA9-9A98-4C7D005C7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82AE6-D0D3-4F93-A81B-B09C67FA1DA9}" type="datetimeFigureOut">
              <a:rPr lang="uk-UA" smtClean="0"/>
              <a:t>16.02.2024</a:t>
            </a:fld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B36E66E9-1B7D-E547-4862-24AED40F7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E663E082-1E5E-2F41-8ABD-B18B25973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B2419-DAAE-4FCC-ADAB-DDE84D6D892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67024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5FA2E274-34CA-D34F-2C51-C8F5BB0C7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82AE6-D0D3-4F93-A81B-B09C67FA1DA9}" type="datetimeFigureOut">
              <a:rPr lang="uk-UA" smtClean="0"/>
              <a:t>16.02.2024</a:t>
            </a:fld>
            <a:endParaRPr lang="uk-UA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0B9F40E3-BCCA-7710-2075-E3056A8DC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AFC5C460-9415-B1C7-2FD6-869B34AB7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B2419-DAAE-4FCC-ADAB-DDE84D6D892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87697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E047C9-326B-F915-6CC2-A62B96C2A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5063757-C888-B81E-1369-808DBEEBE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38B20C4E-4571-4EED-FD4C-1591DCA2B4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CEFF0A1B-FBD2-4229-C2B2-4F00D6710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82AE6-D0D3-4F93-A81B-B09C67FA1DA9}" type="datetimeFigureOut">
              <a:rPr lang="uk-UA" smtClean="0"/>
              <a:t>16.02.2024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1D378E67-7344-E19E-3781-28C4132BC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08191128-B47B-F3B6-F4A6-17D6632D9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B2419-DAAE-4FCC-ADAB-DDE84D6D892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46204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A378A9-DC16-0348-A59A-4AA0C78FF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2DAB2CD3-C75C-0CB4-3A94-B91F4BA2FF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26DB5E80-93AA-0223-BFA7-A5122DC160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37A60B6D-02F4-0022-09A5-EACBB5D06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82AE6-D0D3-4F93-A81B-B09C67FA1DA9}" type="datetimeFigureOut">
              <a:rPr lang="uk-UA" smtClean="0"/>
              <a:t>16.02.2024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A99A0D12-7C1C-5673-8471-1D4FB1455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ED24444F-88C2-A950-42A1-54733BDA2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B2419-DAAE-4FCC-ADAB-DDE84D6D892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01026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51499B-BBDC-F7FE-29B8-62DE09315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CEA824D2-B2E5-C088-3710-4CAFF53429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609A0196-73EC-AC19-7A8E-C9CF9A6F8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82AE6-D0D3-4F93-A81B-B09C67FA1DA9}" type="datetimeFigureOut">
              <a:rPr lang="uk-UA" smtClean="0"/>
              <a:t>16.02.2024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F071C97-8A91-30D9-E77A-183174C36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32CFE45-08D6-B3C3-3146-136C2D01D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B2419-DAAE-4FCC-ADAB-DDE84D6D892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11931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332B4F8F-859A-970A-983B-68AE26C4A7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5C4597F9-65CC-449E-187D-C632E50542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673A5A1-0464-8B35-2FC0-8FDCBE448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82AE6-D0D3-4F93-A81B-B09C67FA1DA9}" type="datetimeFigureOut">
              <a:rPr lang="uk-UA" smtClean="0"/>
              <a:t>16.02.2024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B9827416-79C4-6FEF-A898-A239AFE45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17D7AF9-4B3A-4E6F-21BC-8AB534436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B2419-DAAE-4FCC-ADAB-DDE84D6D892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13136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3CCF635D-22DB-870F-6BC2-B4A939224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C6F1D5FA-D7FD-0160-B4CA-4396B2DAF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F3582332-609A-AB86-11FF-33B4E8DE58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182AE6-D0D3-4F93-A81B-B09C67FA1DA9}" type="datetimeFigureOut">
              <a:rPr lang="uk-UA" smtClean="0"/>
              <a:t>16.02.2024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7BDC966F-BC83-3A02-B302-43B7AF9497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52925F4-1C8C-E75C-9E65-5334C650A6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DB2419-DAAE-4FCC-ADAB-DDE84D6D892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8805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AiXTo39kcdA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uinp.gov.ua/istorychnyy-kalendar/berezen/17/1917-utvorena-ukrayinska-centralna-rada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su.com.ua/article-35678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uk.wikipedia.org/wiki/10_%D1%87%D0%B5%D1%80%D0%B2%D0%BD%D1%8F" TargetMode="Externa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uk.wikipedia.org/wiki/23_%D1%87%D0%B5%D1%80%D0%B2%D0%BD%D1%8F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esu.com.ua/article-21341" TargetMode="External"/><Relationship Id="rId7" Type="http://schemas.openxmlformats.org/officeDocument/2006/relationships/hyperlink" Target="https://esu.com.ua/article-32114" TargetMode="External"/><Relationship Id="rId2" Type="http://schemas.openxmlformats.org/officeDocument/2006/relationships/hyperlink" Target="https://esu.com.ua/article-21352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su.com.ua/article-15727" TargetMode="External"/><Relationship Id="rId5" Type="http://schemas.openxmlformats.org/officeDocument/2006/relationships/hyperlink" Target="https://esu.com.ua/article-14263" TargetMode="External"/><Relationship Id="rId4" Type="http://schemas.openxmlformats.org/officeDocument/2006/relationships/hyperlink" Target="https://esu.com.ua/article-28528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hyperlink" Target="https://zakon.rada.gov.ua/laws/show/n0005300-17#Tex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21C16A79-F1C9-31AE-F313-26FE938873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75" b="6119"/>
          <a:stretch/>
        </p:blipFill>
        <p:spPr bwMode="auto">
          <a:xfrm>
            <a:off x="-3047" y="10"/>
            <a:ext cx="1219199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55047F-C9CF-5C0B-9B20-F483245CFF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uk-UA" sz="5200" b="1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Початок Української революції</a:t>
            </a:r>
            <a:r>
              <a:rPr lang="uk-UA" sz="520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uk-UA" sz="5200">
              <a:solidFill>
                <a:srgbClr val="FFFFFF"/>
              </a:solidFill>
            </a:endParaRP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EBED2382-BB15-E489-C539-730C18CC8C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uk-UA">
                <a:solidFill>
                  <a:srgbClr val="FFFFFF"/>
                </a:solidFill>
              </a:rPr>
              <a:t>Лекція 2</a:t>
            </a:r>
          </a:p>
        </p:txBody>
      </p:sp>
    </p:spTree>
    <p:extLst>
      <p:ext uri="{BB962C8B-B14F-4D97-AF65-F5344CB8AC3E}">
        <p14:creationId xmlns:p14="http://schemas.microsoft.com/office/powerpoint/2010/main" val="610923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E6B25E-9F02-47E1-5434-D7098A957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uk-UA" sz="5400"/>
              <a:t>План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41A836A-AE7B-4A55-A0D2-AA4A7AF6E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uk-UA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Передумови Української революції 1917–1921 рр. Періодизація. </a:t>
            </a:r>
          </a:p>
          <a:p>
            <a:r>
              <a:rPr lang="uk-UA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Українська Центральна Рада (</a:t>
            </a:r>
            <a:r>
              <a:rPr lang="uk-UA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М.Грушевський</a:t>
            </a:r>
            <a:r>
              <a:rPr lang="uk-UA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та роль Всеукраїнського національного конгресу в її становленні як загальноукраїнського органу влади. </a:t>
            </a:r>
          </a:p>
          <a:p>
            <a:r>
              <a:rPr lang="uk-UA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Армія та політика, створення українських військових сил.</a:t>
            </a:r>
          </a:p>
          <a:p>
            <a:r>
              <a:rPr lang="uk-UA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Характер відносин Центральної Ради та Тимчасового уряду. </a:t>
            </a:r>
          </a:p>
          <a:p>
            <a:r>
              <a:rPr lang="uk-UA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І Універсал Центральної Ради. Генеральний секретаріат. </a:t>
            </a:r>
            <a:r>
              <a:rPr lang="uk-UA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В.Винниченко</a:t>
            </a:r>
            <a:r>
              <a:rPr lang="uk-UA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ІІ Універсал УЦР. Причини невдоволення ЦР та збройного виступу самостійників.</a:t>
            </a:r>
          </a:p>
          <a:p>
            <a:r>
              <a:rPr lang="uk-UA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Жовтневий переворот в Росії та прихід до влади більшовиків: ризики та загрози для України, реакція УЦР, протистояння між УЦР, більшовиками та КВО, вигнання КВО з Києва (28–31 жовтня 1917 р.) III Універсал УЦР та становлення Української Народної Республіки. </a:t>
            </a:r>
          </a:p>
          <a:p>
            <a:r>
              <a:rPr lang="uk-UA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Зовнішні відносини УНР: встановлення кордонів, визнання та протидія.</a:t>
            </a:r>
          </a:p>
          <a:p>
            <a:r>
              <a:rPr lang="uk-UA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Кримськотатарський національний рух 1917 р.: контексти.</a:t>
            </a:r>
          </a:p>
          <a:p>
            <a:r>
              <a:rPr lang="uk-UA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Перша війна більшовицької Росії проти УНР, проголошення рад у Харкові. Значення бою під Крутами. Четвертий Універсал та проголошення незалежності УНР.</a:t>
            </a:r>
          </a:p>
          <a:p>
            <a:r>
              <a:rPr lang="uk-UA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Внутрішня та зовнішня політика УНР в умовах війни з більшовиками. Причини кризи УЦР. </a:t>
            </a:r>
          </a:p>
          <a:p>
            <a:endParaRPr lang="uk-UA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uk-UA" sz="1400" dirty="0"/>
          </a:p>
        </p:txBody>
      </p:sp>
    </p:spTree>
    <p:extLst>
      <p:ext uri="{BB962C8B-B14F-4D97-AF65-F5344CB8AC3E}">
        <p14:creationId xmlns:p14="http://schemas.microsoft.com/office/powerpoint/2010/main" val="4222295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2" name="Rectangle 2061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50 найвизначніших подій Української революції 1917–1921 | Радіо Свобода">
            <a:extLst>
              <a:ext uri="{FF2B5EF4-FFF2-40B4-BE49-F238E27FC236}">
                <a16:creationId xmlns:a16="http://schemas.microsoft.com/office/drawing/2014/main" id="{08563F36-0A65-4220-07B5-BF53263BF9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3" b="-1"/>
          <a:stretch/>
        </p:blipFill>
        <p:spPr bwMode="auto">
          <a:xfrm>
            <a:off x="1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4" name="Rectangle 2063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15D9DE-14AD-7C7C-6E16-085F52D52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pPr algn="ctr"/>
            <a:r>
              <a:rPr lang="uk-UA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Передумови Української революції 1917–1921 рр. </a:t>
            </a:r>
            <a:br>
              <a:rPr lang="uk-UA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uk-UA" sz="25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019D586-D972-D9FA-3F1A-90B629A43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1685925"/>
            <a:ext cx="4184140" cy="4491038"/>
          </a:xfrm>
        </p:spPr>
        <p:txBody>
          <a:bodyPr>
            <a:normAutofit/>
          </a:bodyPr>
          <a:lstStyle/>
          <a:p>
            <a:r>
              <a:rPr lang="uk-UA" sz="1400" i="0" dirty="0">
                <a:effectLst/>
                <a:latin typeface="PT Sans" panose="020B0503020203020204" pitchFamily="34" charset="-52"/>
              </a:rPr>
              <a:t>Українська революція 1917–1921 років розпочалася в умовах революційних потрясінь, які охопили Російську імперію у березні 1917-го. Ключовим її рушієм був український народ і його політична еліта, що еволюціонувала від ідей політичної автономії та федерації до усвідомлення власної державної незалежності.</a:t>
            </a:r>
          </a:p>
          <a:p>
            <a:r>
              <a:rPr lang="uk-UA" sz="1400" b="0" i="0" dirty="0">
                <a:effectLst/>
                <a:latin typeface="PT Sans" panose="020B0503020203020204" pitchFamily="34" charset="-52"/>
              </a:rPr>
              <a:t>Цікаво, що термін “Українська революція” був уведений в обіг самими учасниками подій. Це визначення є в працях Михайла Грушевського, Володимира Винниченка, Симона Петлюри, Дмитра Дорошенка та інших діячів доби. Радянська історіографія старанно викорінювала цю дефініцію та поширювала свої поняття – “Велика Жовтнева соціалістична революція” та “Громадянська війна”. Усе, що не вписувалося в рамки “генеральної лінії партії”, подавалося як “контрреволюційне” та “буржуазне”. Проте, тим часом українські історики в діаспорі досліджували Українську революцію 1917–1921 років. Їх роботу продовжили вітчизняні науковці в незалежній Україні.</a:t>
            </a:r>
            <a:endParaRPr lang="uk-UA" sz="1400" dirty="0"/>
          </a:p>
        </p:txBody>
      </p:sp>
    </p:spTree>
    <p:extLst>
      <p:ext uri="{BB962C8B-B14F-4D97-AF65-F5344CB8AC3E}">
        <p14:creationId xmlns:p14="http://schemas.microsoft.com/office/powerpoint/2010/main" val="4178696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1" name="Rectangle 308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 descr="undefined">
            <a:extLst>
              <a:ext uri="{FF2B5EF4-FFF2-40B4-BE49-F238E27FC236}">
                <a16:creationId xmlns:a16="http://schemas.microsoft.com/office/drawing/2014/main" id="{2D793676-6F0A-9AFC-1653-DEB545A46B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04" r="5057"/>
          <a:stretch/>
        </p:blipFill>
        <p:spPr bwMode="auto">
          <a:xfrm>
            <a:off x="1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3" name="Rectangle 308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E13CE8-7D7E-F83A-23A8-52682FC7C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pPr algn="ctr"/>
            <a:r>
              <a:rPr lang="uk-UA" sz="4000" dirty="0"/>
              <a:t>Періодизація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E9CC5B7-C3AF-C122-C582-30F860AD0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0475" y="2434201"/>
            <a:ext cx="3743324" cy="3742762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uk-UA" sz="2000" b="0" i="0" dirty="0">
                <a:effectLst/>
                <a:latin typeface="PT Sans" panose="020B0503020203020204" pitchFamily="34" charset="-52"/>
              </a:rPr>
              <a:t>березень 1917 – квітень 1918. Утворення та діяльність Української Центральної Ради, проголошення її Універсалів;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sz="2000" b="0" i="0" dirty="0">
                <a:effectLst/>
                <a:latin typeface="PT Sans" panose="020B0503020203020204" pitchFamily="34" charset="-52"/>
              </a:rPr>
              <a:t>29 квітня – 14 грудня 1918. Правління гетьмана Павла Скоропадського;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sz="2000" b="0" i="0" dirty="0">
                <a:effectLst/>
                <a:latin typeface="PT Sans" panose="020B0503020203020204" pitchFamily="34" charset="-52"/>
              </a:rPr>
              <a:t>грудень 1918 – листопад 1921.  Встановлення влади Директорії УНР, розгортання та придушення масштабного повстанського руху.</a:t>
            </a:r>
          </a:p>
          <a:p>
            <a:pPr marL="0" indent="0">
              <a:buNone/>
            </a:pPr>
            <a:endParaRPr lang="uk-UA" sz="2000" dirty="0"/>
          </a:p>
        </p:txBody>
      </p:sp>
    </p:spTree>
    <p:extLst>
      <p:ext uri="{BB962C8B-B14F-4D97-AF65-F5344CB8AC3E}">
        <p14:creationId xmlns:p14="http://schemas.microsoft.com/office/powerpoint/2010/main" val="2492957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9" name="Rectangle 512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 descr="Маркетолог Михайло Грушевський | Історична правда">
            <a:extLst>
              <a:ext uri="{FF2B5EF4-FFF2-40B4-BE49-F238E27FC236}">
                <a16:creationId xmlns:a16="http://schemas.microsoft.com/office/drawing/2014/main" id="{4976A094-111F-43D6-4C64-4CFD043739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36" r="1" b="34086"/>
          <a:stretch/>
        </p:blipFill>
        <p:spPr bwMode="auto">
          <a:xfrm>
            <a:off x="1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31" name="Rectangle 513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A8AEE1-4315-E12C-1F46-D7585533B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uk-UA" sz="31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Українська Центральна Рада (М.Грушевський)</a:t>
            </a:r>
            <a:br>
              <a:rPr lang="uk-UA" sz="31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uk-UA" sz="3100"/>
          </a:p>
        </p:txBody>
      </p:sp>
      <p:sp>
        <p:nvSpPr>
          <p:cNvPr id="5126" name="Content Placeholder 5125">
            <a:extLst>
              <a:ext uri="{FF2B5EF4-FFF2-40B4-BE49-F238E27FC236}">
                <a16:creationId xmlns:a16="http://schemas.microsoft.com/office/drawing/2014/main" id="{7B62E96C-6D71-D3AB-56BF-3460BB7BE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r>
              <a:rPr lang="en-US" sz="2000" dirty="0">
                <a:hlinkClick r:id="rId3"/>
              </a:rPr>
              <a:t>https://youtu.be/AiXTo39kcdA</a:t>
            </a:r>
            <a:endParaRPr lang="uk-UA" sz="2000" dirty="0"/>
          </a:p>
          <a:p>
            <a:r>
              <a:rPr lang="en-US" sz="2000" dirty="0">
                <a:hlinkClick r:id="rId4"/>
              </a:rPr>
              <a:t>https://uinp.gov.ua/istorychnyy-kalendar/berezen/17/1917-utvorena-ukrayinska-centralna-rada</a:t>
            </a:r>
            <a:endParaRPr lang="uk-UA" sz="2000" dirty="0"/>
          </a:p>
          <a:p>
            <a:r>
              <a:rPr lang="ru-RU" sz="1400" b="0" i="0" dirty="0">
                <a:solidFill>
                  <a:srgbClr val="333333"/>
                </a:solidFill>
                <a:effectLst/>
                <a:latin typeface="PT Sans" panose="020B0503020203020204" pitchFamily="34" charset="-52"/>
              </a:rPr>
              <a:t>Головою УЦР </a:t>
            </a:r>
            <a:r>
              <a:rPr lang="ru-RU" sz="1400" b="0" i="0" dirty="0" err="1">
                <a:solidFill>
                  <a:srgbClr val="333333"/>
                </a:solidFill>
                <a:effectLst/>
                <a:latin typeface="PT Sans" panose="020B0503020203020204" pitchFamily="34" charset="-52"/>
              </a:rPr>
              <a:t>обрали</a:t>
            </a:r>
            <a:r>
              <a:rPr lang="ru-RU" sz="1400" b="0" i="0" dirty="0">
                <a:solidFill>
                  <a:srgbClr val="333333"/>
                </a:solidFill>
                <a:effectLst/>
                <a:latin typeface="PT Sans" panose="020B0503020203020204" pitchFamily="34" charset="-52"/>
              </a:rPr>
              <a:t> Михайла </a:t>
            </a:r>
            <a:r>
              <a:rPr lang="ru-RU" sz="1400" b="0" i="0" dirty="0" err="1">
                <a:solidFill>
                  <a:srgbClr val="333333"/>
                </a:solidFill>
                <a:effectLst/>
                <a:latin typeface="PT Sans" panose="020B0503020203020204" pitchFamily="34" charset="-52"/>
              </a:rPr>
              <a:t>Грушевського</a:t>
            </a:r>
            <a:r>
              <a:rPr lang="ru-RU" sz="1400" b="0" i="0" dirty="0">
                <a:solidFill>
                  <a:srgbClr val="333333"/>
                </a:solidFill>
                <a:effectLst/>
                <a:latin typeface="PT Sans" panose="020B0503020203020204" pitchFamily="34" charset="-52"/>
              </a:rPr>
              <a:t>, </a:t>
            </a:r>
            <a:r>
              <a:rPr lang="ru-RU" sz="1400" b="0" i="0" dirty="0" err="1">
                <a:solidFill>
                  <a:srgbClr val="333333"/>
                </a:solidFill>
                <a:effectLst/>
                <a:latin typeface="PT Sans" panose="020B0503020203020204" pitchFamily="34" charset="-52"/>
              </a:rPr>
              <a:t>який</a:t>
            </a:r>
            <a:r>
              <a:rPr lang="ru-RU" sz="1400" b="0" i="0" dirty="0">
                <a:solidFill>
                  <a:srgbClr val="333333"/>
                </a:solidFill>
                <a:effectLst/>
                <a:latin typeface="PT Sans" panose="020B0503020203020204" pitchFamily="34" charset="-52"/>
              </a:rPr>
              <a:t> на той час </a:t>
            </a:r>
            <a:r>
              <a:rPr lang="ru-RU" sz="1400" b="0" i="0" dirty="0" err="1">
                <a:solidFill>
                  <a:srgbClr val="333333"/>
                </a:solidFill>
                <a:effectLst/>
                <a:latin typeface="PT Sans" panose="020B0503020203020204" pitchFamily="34" charset="-52"/>
              </a:rPr>
              <a:t>перебував</a:t>
            </a:r>
            <a:r>
              <a:rPr lang="ru-RU" sz="1400" b="0" i="0" dirty="0">
                <a:solidFill>
                  <a:srgbClr val="333333"/>
                </a:solidFill>
                <a:effectLst/>
                <a:latin typeface="PT Sans" panose="020B0503020203020204" pitchFamily="34" charset="-52"/>
              </a:rPr>
              <a:t> у </a:t>
            </a:r>
            <a:r>
              <a:rPr lang="ru-RU" sz="1400" b="0" i="0" dirty="0" err="1">
                <a:solidFill>
                  <a:srgbClr val="333333"/>
                </a:solidFill>
                <a:effectLst/>
                <a:latin typeface="PT Sans" panose="020B0503020203020204" pitchFamily="34" charset="-52"/>
              </a:rPr>
              <a:t>Москві</a:t>
            </a:r>
            <a:r>
              <a:rPr lang="ru-RU" sz="1400" b="0" i="0" dirty="0">
                <a:solidFill>
                  <a:srgbClr val="333333"/>
                </a:solidFill>
                <a:effectLst/>
                <a:latin typeface="PT Sans" panose="020B0503020203020204" pitchFamily="34" charset="-52"/>
              </a:rPr>
              <a:t> у </a:t>
            </a:r>
            <a:r>
              <a:rPr lang="ru-RU" sz="1400" b="0" i="0" dirty="0" err="1">
                <a:solidFill>
                  <a:srgbClr val="333333"/>
                </a:solidFill>
                <a:effectLst/>
                <a:latin typeface="PT Sans" panose="020B0503020203020204" pitchFamily="34" charset="-52"/>
              </a:rPr>
              <a:t>засланні</a:t>
            </a:r>
            <a:r>
              <a:rPr lang="ru-RU" sz="1400" b="0" i="0" dirty="0">
                <a:solidFill>
                  <a:srgbClr val="333333"/>
                </a:solidFill>
                <a:effectLst/>
                <a:latin typeface="PT Sans" panose="020B0503020203020204" pitchFamily="34" charset="-52"/>
              </a:rPr>
              <a:t>. Заступниками </a:t>
            </a:r>
            <a:r>
              <a:rPr lang="ru-RU" sz="1400" b="0" i="0" dirty="0" err="1">
                <a:solidFill>
                  <a:srgbClr val="333333"/>
                </a:solidFill>
                <a:effectLst/>
                <a:latin typeface="PT Sans" panose="020B0503020203020204" pitchFamily="34" charset="-52"/>
              </a:rPr>
              <a:t>голови</a:t>
            </a:r>
            <a:r>
              <a:rPr lang="ru-RU" sz="1400" b="0" i="0" dirty="0">
                <a:solidFill>
                  <a:srgbClr val="333333"/>
                </a:solidFill>
                <a:effectLst/>
                <a:latin typeface="PT Sans" panose="020B0503020203020204" pitchFamily="34" charset="-52"/>
              </a:rPr>
              <a:t> стали </a:t>
            </a:r>
            <a:r>
              <a:rPr lang="ru-RU" sz="1400" b="0" i="0" dirty="0" err="1">
                <a:solidFill>
                  <a:srgbClr val="333333"/>
                </a:solidFill>
                <a:effectLst/>
                <a:latin typeface="PT Sans" panose="020B0503020203020204" pitchFamily="34" charset="-52"/>
              </a:rPr>
              <a:t>Федір</a:t>
            </a:r>
            <a:r>
              <a:rPr lang="ru-RU" sz="1400" b="0" i="0" dirty="0">
                <a:solidFill>
                  <a:srgbClr val="333333"/>
                </a:solidFill>
                <a:effectLst/>
                <a:latin typeface="PT Sans" panose="020B0503020203020204" pitchFamily="34" charset="-52"/>
              </a:rPr>
              <a:t> </a:t>
            </a:r>
            <a:r>
              <a:rPr lang="ru-RU" sz="1400" b="0" i="0" dirty="0" err="1">
                <a:solidFill>
                  <a:srgbClr val="333333"/>
                </a:solidFill>
                <a:effectLst/>
                <a:latin typeface="PT Sans" panose="020B0503020203020204" pitchFamily="34" charset="-52"/>
              </a:rPr>
              <a:t>Крижанівський</a:t>
            </a:r>
            <a:r>
              <a:rPr lang="ru-RU" sz="1400" b="0" i="0" dirty="0">
                <a:solidFill>
                  <a:srgbClr val="333333"/>
                </a:solidFill>
                <a:effectLst/>
                <a:latin typeface="PT Sans" panose="020B0503020203020204" pitchFamily="34" charset="-52"/>
              </a:rPr>
              <a:t>, Дмитро Дорошенко та Дмитро Антонович. 17 </a:t>
            </a:r>
            <a:r>
              <a:rPr lang="ru-RU" sz="1400" b="0" i="0" dirty="0" err="1">
                <a:solidFill>
                  <a:srgbClr val="333333"/>
                </a:solidFill>
                <a:effectLst/>
                <a:latin typeface="PT Sans" panose="020B0503020203020204" pitchFamily="34" charset="-52"/>
              </a:rPr>
              <a:t>березня</a:t>
            </a:r>
            <a:r>
              <a:rPr lang="ru-RU" sz="1400" b="0" i="0" dirty="0">
                <a:solidFill>
                  <a:srgbClr val="333333"/>
                </a:solidFill>
                <a:effectLst/>
                <a:latin typeface="PT Sans" panose="020B0503020203020204" pitchFamily="34" charset="-52"/>
              </a:rPr>
              <a:t> УЦР </a:t>
            </a:r>
            <a:r>
              <a:rPr lang="ru-RU" sz="1400" b="0" i="0" dirty="0" err="1">
                <a:solidFill>
                  <a:srgbClr val="333333"/>
                </a:solidFill>
                <a:effectLst/>
                <a:latin typeface="PT Sans" panose="020B0503020203020204" pitchFamily="34" charset="-52"/>
              </a:rPr>
              <a:t>телеграмою</a:t>
            </a:r>
            <a:r>
              <a:rPr lang="ru-RU" sz="1400" b="0" i="0" dirty="0">
                <a:solidFill>
                  <a:srgbClr val="333333"/>
                </a:solidFill>
                <a:effectLst/>
                <a:latin typeface="PT Sans" panose="020B0503020203020204" pitchFamily="34" charset="-52"/>
              </a:rPr>
              <a:t> </a:t>
            </a:r>
            <a:r>
              <a:rPr lang="ru-RU" sz="1400" b="0" i="0" dirty="0" err="1">
                <a:solidFill>
                  <a:srgbClr val="333333"/>
                </a:solidFill>
                <a:effectLst/>
                <a:latin typeface="PT Sans" panose="020B0503020203020204" pitchFamily="34" charset="-52"/>
              </a:rPr>
              <a:t>повідомила</a:t>
            </a:r>
            <a:r>
              <a:rPr lang="ru-RU" sz="1400" b="0" i="0" dirty="0">
                <a:solidFill>
                  <a:srgbClr val="333333"/>
                </a:solidFill>
                <a:effectLst/>
                <a:latin typeface="PT Sans" panose="020B0503020203020204" pitchFamily="34" charset="-52"/>
              </a:rPr>
              <a:t> </a:t>
            </a:r>
            <a:r>
              <a:rPr lang="ru-RU" sz="1400" b="0" i="0" dirty="0" err="1">
                <a:solidFill>
                  <a:srgbClr val="333333"/>
                </a:solidFill>
                <a:effectLst/>
                <a:latin typeface="PT Sans" panose="020B0503020203020204" pitchFamily="34" charset="-52"/>
              </a:rPr>
              <a:t>Тимчасовий</a:t>
            </a:r>
            <a:r>
              <a:rPr lang="ru-RU" sz="1400" b="0" i="0" dirty="0">
                <a:solidFill>
                  <a:srgbClr val="333333"/>
                </a:solidFill>
                <a:effectLst/>
                <a:latin typeface="PT Sans" panose="020B0503020203020204" pitchFamily="34" charset="-52"/>
              </a:rPr>
              <a:t> Уряд, </a:t>
            </a:r>
            <a:r>
              <a:rPr lang="ru-RU" sz="1400" b="0" i="0" dirty="0" err="1">
                <a:solidFill>
                  <a:srgbClr val="333333"/>
                </a:solidFill>
                <a:effectLst/>
                <a:latin typeface="PT Sans" panose="020B0503020203020204" pitchFamily="34" charset="-52"/>
              </a:rPr>
              <a:t>що</a:t>
            </a:r>
            <a:r>
              <a:rPr lang="ru-RU" sz="1400" b="0" i="0" dirty="0">
                <a:solidFill>
                  <a:srgbClr val="333333"/>
                </a:solidFill>
                <a:effectLst/>
                <a:latin typeface="PT Sans" panose="020B0503020203020204" pitchFamily="34" charset="-52"/>
              </a:rPr>
              <a:t> почав </a:t>
            </a:r>
            <a:r>
              <a:rPr lang="ru-RU" sz="1400" b="0" i="0" dirty="0" err="1">
                <a:solidFill>
                  <a:srgbClr val="333333"/>
                </a:solidFill>
                <a:effectLst/>
                <a:latin typeface="PT Sans" panose="020B0503020203020204" pitchFamily="34" charset="-52"/>
              </a:rPr>
              <a:t>діяти</a:t>
            </a:r>
            <a:r>
              <a:rPr lang="ru-RU" sz="1400" b="0" i="0" dirty="0">
                <a:solidFill>
                  <a:srgbClr val="333333"/>
                </a:solidFill>
                <a:effectLst/>
                <a:latin typeface="PT Sans" panose="020B0503020203020204" pitchFamily="34" charset="-52"/>
              </a:rPr>
              <a:t> у </a:t>
            </a:r>
            <a:r>
              <a:rPr lang="ru-RU" sz="1400" b="0" i="0" dirty="0" err="1">
                <a:solidFill>
                  <a:srgbClr val="333333"/>
                </a:solidFill>
                <a:effectLst/>
                <a:latin typeface="PT Sans" panose="020B0503020203020204" pitchFamily="34" charset="-52"/>
              </a:rPr>
              <a:t>Петрограді</a:t>
            </a:r>
            <a:r>
              <a:rPr lang="ru-RU" sz="1400" b="0" i="0" dirty="0">
                <a:solidFill>
                  <a:srgbClr val="333333"/>
                </a:solidFill>
                <a:effectLst/>
                <a:latin typeface="PT Sans" panose="020B0503020203020204" pitchFamily="34" charset="-52"/>
              </a:rPr>
              <a:t> про </a:t>
            </a:r>
            <a:r>
              <a:rPr lang="ru-RU" sz="1400" b="0" i="0" dirty="0" err="1">
                <a:solidFill>
                  <a:srgbClr val="333333"/>
                </a:solidFill>
                <a:effectLst/>
                <a:latin typeface="PT Sans" panose="020B0503020203020204" pitchFamily="34" charset="-52"/>
              </a:rPr>
              <a:t>своє</a:t>
            </a:r>
            <a:r>
              <a:rPr lang="ru-RU" sz="1400" b="0" i="0" dirty="0">
                <a:solidFill>
                  <a:srgbClr val="333333"/>
                </a:solidFill>
                <a:effectLst/>
                <a:latin typeface="PT Sans" panose="020B0503020203020204" pitchFamily="34" charset="-52"/>
              </a:rPr>
              <a:t> </a:t>
            </a:r>
            <a:r>
              <a:rPr lang="ru-RU" sz="1400" b="0" i="0" dirty="0" err="1">
                <a:solidFill>
                  <a:srgbClr val="333333"/>
                </a:solidFill>
                <a:effectLst/>
                <a:latin typeface="PT Sans" panose="020B0503020203020204" pitchFamily="34" charset="-52"/>
              </a:rPr>
              <a:t>утворення</a:t>
            </a:r>
            <a:r>
              <a:rPr lang="ru-RU" sz="1400" b="0" i="0" dirty="0">
                <a:solidFill>
                  <a:srgbClr val="333333"/>
                </a:solidFill>
                <a:effectLst/>
                <a:latin typeface="PT Sans" panose="020B0503020203020204" pitchFamily="34" charset="-52"/>
              </a:rPr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65061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FC13A031-88A4-DEF4-89BD-085F311BDB6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4" b="15923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6" name="Rectangle 6150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A28863-70DB-DDC4-AB13-54D7CF9D0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9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Перший</a:t>
            </a:r>
            <a:r>
              <a:rPr lang="en-US" sz="9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</a:t>
            </a:r>
            <a:r>
              <a:rPr lang="en-US" sz="9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уряд</a:t>
            </a:r>
            <a:r>
              <a:rPr lang="en-US" sz="9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</a:t>
            </a:r>
            <a:r>
              <a:rPr lang="en-US" sz="900" b="1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України</a:t>
            </a:r>
            <a:br>
              <a:rPr lang="en-US" sz="9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</a:br>
            <a:r>
              <a:rPr lang="en-US" sz="9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У </a:t>
            </a:r>
            <a:r>
              <a:rPr lang="en-US" sz="9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квітні</a:t>
            </a:r>
            <a:r>
              <a:rPr lang="en-US" sz="9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, </a:t>
            </a:r>
            <a:r>
              <a:rPr lang="en-US" sz="9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на</a:t>
            </a:r>
            <a:r>
              <a:rPr lang="en-US" sz="9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</a:t>
            </a:r>
            <a:r>
              <a:rPr lang="en-US" sz="9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Всеукраїнському</a:t>
            </a:r>
            <a:r>
              <a:rPr lang="en-US" sz="9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</a:t>
            </a:r>
            <a:r>
              <a:rPr lang="en-US" sz="9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національному</a:t>
            </a:r>
            <a:r>
              <a:rPr lang="en-US" sz="9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</a:t>
            </a:r>
            <a:r>
              <a:rPr lang="en-US" sz="9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конгресі</a:t>
            </a:r>
            <a:r>
              <a:rPr lang="en-US" sz="9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</a:t>
            </a:r>
            <a:r>
              <a:rPr lang="en-US" sz="9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було</a:t>
            </a:r>
            <a:r>
              <a:rPr lang="en-US" sz="9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</a:t>
            </a:r>
            <a:r>
              <a:rPr lang="en-US" sz="9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обрано</a:t>
            </a:r>
            <a:r>
              <a:rPr lang="en-US" sz="9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</a:t>
            </a:r>
            <a:r>
              <a:rPr lang="en-US" sz="9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заступниками</a:t>
            </a:r>
            <a:r>
              <a:rPr lang="en-US" sz="9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</a:t>
            </a:r>
            <a:r>
              <a:rPr lang="en-US" sz="9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голови</a:t>
            </a:r>
            <a:r>
              <a:rPr lang="en-US" sz="9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УЦР </a:t>
            </a:r>
            <a:r>
              <a:rPr lang="en-US" sz="9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Сергія</a:t>
            </a:r>
            <a:r>
              <a:rPr lang="en-US" sz="9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</a:t>
            </a:r>
            <a:r>
              <a:rPr lang="en-US" sz="9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Єфремова</a:t>
            </a:r>
            <a:r>
              <a:rPr lang="en-US" sz="9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</a:t>
            </a:r>
            <a:r>
              <a:rPr lang="en-US" sz="9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та</a:t>
            </a:r>
            <a:r>
              <a:rPr lang="en-US" sz="9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</a:t>
            </a:r>
            <a:r>
              <a:rPr lang="en-US" sz="9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Володимира</a:t>
            </a:r>
            <a:r>
              <a:rPr lang="en-US" sz="9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</a:t>
            </a:r>
            <a:r>
              <a:rPr lang="en-US" sz="9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Винниченка</a:t>
            </a:r>
            <a:r>
              <a:rPr lang="en-US" sz="9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.</a:t>
            </a:r>
            <a:br>
              <a:rPr lang="en-US" sz="9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</a:br>
            <a:r>
              <a:rPr lang="en-US" sz="9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Серед</a:t>
            </a:r>
            <a:r>
              <a:rPr lang="en-US" sz="9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</a:t>
            </a:r>
            <a:r>
              <a:rPr lang="en-US" sz="9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партій</a:t>
            </a:r>
            <a:r>
              <a:rPr lang="en-US" sz="9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</a:t>
            </a:r>
            <a:r>
              <a:rPr lang="en-US" sz="9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провідну</a:t>
            </a:r>
            <a:r>
              <a:rPr lang="en-US" sz="9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</a:t>
            </a:r>
            <a:r>
              <a:rPr lang="en-US" sz="9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роль</a:t>
            </a:r>
            <a:r>
              <a:rPr lang="en-US" sz="9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у </a:t>
            </a:r>
            <a:r>
              <a:rPr lang="en-US" sz="9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Центральній</a:t>
            </a:r>
            <a:r>
              <a:rPr lang="en-US" sz="9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</a:t>
            </a:r>
            <a:r>
              <a:rPr lang="en-US" sz="9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Раді</a:t>
            </a:r>
            <a:r>
              <a:rPr lang="en-US" sz="9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</a:t>
            </a:r>
            <a:r>
              <a:rPr lang="en-US" sz="9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відігравали</a:t>
            </a:r>
            <a:r>
              <a:rPr lang="en-US" sz="9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</a:t>
            </a:r>
            <a:r>
              <a:rPr lang="en-US" sz="9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Українська</a:t>
            </a:r>
            <a:r>
              <a:rPr lang="en-US" sz="9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</a:t>
            </a:r>
            <a:r>
              <a:rPr lang="en-US" sz="9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соціал-демократична</a:t>
            </a:r>
            <a:r>
              <a:rPr lang="en-US" sz="9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</a:t>
            </a:r>
            <a:r>
              <a:rPr lang="en-US" sz="9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робітнича</a:t>
            </a:r>
            <a:r>
              <a:rPr lang="en-US" sz="9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</a:t>
            </a:r>
            <a:r>
              <a:rPr lang="en-US" sz="9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партія</a:t>
            </a:r>
            <a:r>
              <a:rPr lang="en-US" sz="9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(УСДРП), </a:t>
            </a:r>
            <a:r>
              <a:rPr lang="en-US" sz="9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Українська</a:t>
            </a:r>
            <a:r>
              <a:rPr lang="en-US" sz="9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</a:t>
            </a:r>
            <a:r>
              <a:rPr lang="en-US" sz="9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партія</a:t>
            </a:r>
            <a:r>
              <a:rPr lang="en-US" sz="9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</a:t>
            </a:r>
            <a:r>
              <a:rPr lang="en-US" sz="9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есерів</a:t>
            </a:r>
            <a:r>
              <a:rPr lang="en-US" sz="9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(УПСР) </a:t>
            </a:r>
            <a:r>
              <a:rPr lang="en-US" sz="9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та</a:t>
            </a:r>
            <a:r>
              <a:rPr lang="en-US" sz="9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</a:t>
            </a:r>
            <a:r>
              <a:rPr lang="en-US" sz="9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Українська</a:t>
            </a:r>
            <a:r>
              <a:rPr lang="en-US" sz="9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</a:t>
            </a:r>
            <a:r>
              <a:rPr lang="en-US" sz="9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партія</a:t>
            </a:r>
            <a:r>
              <a:rPr lang="en-US" sz="9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</a:t>
            </a:r>
            <a:r>
              <a:rPr lang="en-US" sz="9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соціалістів-федералістів</a:t>
            </a:r>
            <a:r>
              <a:rPr lang="en-US" sz="9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(УПСФ).</a:t>
            </a:r>
            <a:br>
              <a:rPr lang="en-US" sz="9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</a:br>
            <a:endParaRPr lang="en-US" sz="9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6157" name="Straight Connector 6152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55" name="Straight Connector 6154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707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84" name="Rectangle 7183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4ED75D-AC69-DB5C-7A5B-87B7E0E8F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639285"/>
          </a:xfrm>
        </p:spPr>
        <p:txBody>
          <a:bodyPr anchor="b">
            <a:normAutofit fontScale="90000"/>
          </a:bodyPr>
          <a:lstStyle/>
          <a:p>
            <a:r>
              <a:rPr lang="uk-UA" sz="5400" dirty="0"/>
              <a:t>Армія ЦР УНР</a:t>
            </a:r>
          </a:p>
        </p:txBody>
      </p:sp>
      <p:sp>
        <p:nvSpPr>
          <p:cNvPr id="7186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BAFFD24-5F34-C1B2-D18D-7499F4D4F4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 fontScale="92500" lnSpcReduction="10000"/>
          </a:bodyPr>
          <a:lstStyle/>
          <a:p>
            <a:r>
              <a:rPr lang="uk-UA" sz="1800" b="0" i="0" dirty="0">
                <a:effectLst/>
                <a:latin typeface="Fira Sans" panose="020F0502020204030204" pitchFamily="34" charset="0"/>
              </a:rPr>
              <a:t>збройні сили України періоду боротьби за відновлення національної державності 1917– 21. Підвалини Армії УНР були закладені 1917 після краху рос. царизму за умов </a:t>
            </a:r>
            <a:r>
              <a:rPr lang="uk-UA" sz="1800" b="0" i="0" dirty="0" err="1">
                <a:effectLst/>
                <a:latin typeface="Fira Sans" panose="020F0502020204030204" pitchFamily="34" charset="0"/>
              </a:rPr>
              <a:t>бурхл</a:t>
            </a:r>
            <a:r>
              <a:rPr lang="uk-UA" sz="1800" b="0" i="0" dirty="0">
                <a:effectLst/>
                <a:latin typeface="Fira Sans" panose="020F0502020204030204" pitchFamily="34" charset="0"/>
              </a:rPr>
              <a:t>. зростання </a:t>
            </a:r>
            <a:r>
              <a:rPr lang="uk-UA" sz="1800" b="0" i="0" dirty="0" err="1">
                <a:effectLst/>
                <a:latin typeface="Fira Sans" panose="020F0502020204030204" pitchFamily="34" charset="0"/>
              </a:rPr>
              <a:t>нац</a:t>
            </a:r>
            <a:r>
              <a:rPr lang="uk-UA" sz="1800" b="0" i="0" dirty="0">
                <a:effectLst/>
                <a:latin typeface="Fira Sans" panose="020F0502020204030204" pitchFamily="34" charset="0"/>
              </a:rPr>
              <a:t>.-визв. руху в Україні. Ідея відновлення її державності здобула підтримку серед солдатів-українців рос. імперської армії. На </a:t>
            </a:r>
            <a:r>
              <a:rPr lang="uk-UA" sz="1800" b="0" i="0" dirty="0" err="1">
                <a:effectLst/>
                <a:latin typeface="Fira Sans" panose="020F0502020204030204" pitchFamily="34" charset="0"/>
              </a:rPr>
              <a:t>поч</a:t>
            </a:r>
            <a:r>
              <a:rPr lang="uk-UA" sz="1800" b="0" i="0" dirty="0">
                <a:effectLst/>
                <a:latin typeface="Fira Sans" panose="020F0502020204030204" pitchFamily="34" charset="0"/>
              </a:rPr>
              <a:t>. 1917 із 6 млн 798 тис. особового складу діючої армії і 2 млн 260 тис., які перебували у запас. частинах, українці становили 3,5 млн. Однак, виходячи з концепції </a:t>
            </a:r>
            <a:r>
              <a:rPr lang="uk-UA" sz="1800" b="0" i="0" dirty="0" err="1">
                <a:effectLst/>
                <a:latin typeface="Fira Sans" panose="020F0502020204030204" pitchFamily="34" charset="0"/>
              </a:rPr>
              <a:t>автоном</a:t>
            </a:r>
            <a:r>
              <a:rPr lang="uk-UA" sz="1800" b="0" i="0" dirty="0">
                <a:effectLst/>
                <a:latin typeface="Fira Sans" panose="020F0502020204030204" pitchFamily="34" charset="0"/>
              </a:rPr>
              <a:t>. статусу України у складі Росії та перебуваючи під впливом пацифістських настроїв, ЦР вважала, що регулярні ЗС їй не потрібні: їх має замінити нар. ополчення (нар. міліція). Лише радикально налаштовані </a:t>
            </a:r>
            <a:r>
              <a:rPr lang="uk-UA" sz="1800" b="0" i="0" dirty="0" err="1">
                <a:effectLst/>
                <a:latin typeface="Fira Sans" panose="020F0502020204030204" pitchFamily="34" charset="0"/>
              </a:rPr>
              <a:t>самостійниц</a:t>
            </a:r>
            <a:r>
              <a:rPr lang="uk-UA" sz="1800" b="0" i="0" dirty="0">
                <a:effectLst/>
                <a:latin typeface="Fira Sans" panose="020F0502020204030204" pitchFamily="34" charset="0"/>
              </a:rPr>
              <a:t>. кола, речником яких виступав </a:t>
            </a:r>
            <a:r>
              <a:rPr lang="uk-UA" sz="1800" b="0" i="1" dirty="0">
                <a:effectLst/>
                <a:latin typeface="Fira Sans" panose="020F0502020204030204" pitchFamily="34" charset="0"/>
              </a:rPr>
              <a:t>М. Міхновський</a:t>
            </a:r>
            <a:r>
              <a:rPr lang="uk-UA" sz="1800" b="0" i="0" dirty="0">
                <a:effectLst/>
                <a:latin typeface="Fira Sans" panose="020F0502020204030204" pitchFamily="34" charset="0"/>
              </a:rPr>
              <a:t>, одразу висунули вимогу повної </a:t>
            </a:r>
            <a:r>
              <a:rPr lang="uk-UA" sz="1800" b="0" i="0" dirty="0" err="1">
                <a:effectLst/>
                <a:latin typeface="Fira Sans" panose="020F0502020204030204" pitchFamily="34" charset="0"/>
              </a:rPr>
              <a:t>держ</a:t>
            </a:r>
            <a:r>
              <a:rPr lang="uk-UA" sz="1800" b="0" i="0" dirty="0">
                <a:effectLst/>
                <a:latin typeface="Fira Sans" panose="020F0502020204030204" pitchFamily="34" charset="0"/>
              </a:rPr>
              <a:t>. незалежності України й рішуче виступили за організацію боєздатної </a:t>
            </a:r>
            <a:r>
              <a:rPr lang="uk-UA" sz="1800" b="0" i="0" dirty="0" err="1">
                <a:effectLst/>
                <a:latin typeface="Fira Sans" panose="020F0502020204030204" pitchFamily="34" charset="0"/>
              </a:rPr>
              <a:t>регуляр</a:t>
            </a:r>
            <a:r>
              <a:rPr lang="uk-UA" sz="1800" b="0" i="0" dirty="0">
                <a:effectLst/>
                <a:latin typeface="Fira Sans" panose="020F0502020204030204" pitchFamily="34" charset="0"/>
              </a:rPr>
              <a:t>. </a:t>
            </a:r>
            <a:r>
              <a:rPr lang="uk-UA" sz="1800" b="0" i="0" dirty="0" err="1">
                <a:effectLst/>
                <a:latin typeface="Fira Sans" panose="020F0502020204030204" pitchFamily="34" charset="0"/>
              </a:rPr>
              <a:t>укр</a:t>
            </a:r>
            <a:r>
              <a:rPr lang="uk-UA" sz="1800" b="0" i="0" dirty="0">
                <a:effectLst/>
                <a:latin typeface="Fira Sans" panose="020F0502020204030204" pitchFamily="34" charset="0"/>
              </a:rPr>
              <a:t>. армії. З їхньої ініціативи 22 і 25 березня 1917 у Києві створ. </a:t>
            </a:r>
            <a:r>
              <a:rPr lang="uk-UA" sz="1800" b="0" i="0" dirty="0" err="1">
                <a:effectLst/>
                <a:latin typeface="Fira Sans" panose="020F0502020204030204" pitchFamily="34" charset="0"/>
              </a:rPr>
              <a:t>Організац</a:t>
            </a:r>
            <a:r>
              <a:rPr lang="uk-UA" sz="1800" b="0" i="0" dirty="0">
                <a:effectLst/>
                <a:latin typeface="Fira Sans" panose="020F0502020204030204" pitchFamily="34" charset="0"/>
              </a:rPr>
              <a:t>. комітет з формування </a:t>
            </a:r>
            <a:r>
              <a:rPr lang="uk-UA" sz="1800" b="0" i="0" dirty="0" err="1">
                <a:effectLst/>
                <a:latin typeface="Fira Sans" panose="020F0502020204030204" pitchFamily="34" charset="0"/>
              </a:rPr>
              <a:t>Укр</a:t>
            </a:r>
            <a:r>
              <a:rPr lang="uk-UA" sz="1800" b="0" i="0" dirty="0">
                <a:effectLst/>
                <a:latin typeface="Fira Sans" panose="020F0502020204030204" pitchFamily="34" charset="0"/>
              </a:rPr>
              <a:t>. війська і </a:t>
            </a:r>
            <a:r>
              <a:rPr lang="uk-UA" sz="1800" b="0" i="0" dirty="0" err="1">
                <a:effectLst/>
                <a:latin typeface="Fira Sans" panose="020F0502020204030204" pitchFamily="34" charset="0"/>
              </a:rPr>
              <a:t>Укр</a:t>
            </a:r>
            <a:r>
              <a:rPr lang="uk-UA" sz="1800" b="0" i="0" dirty="0">
                <a:effectLst/>
                <a:latin typeface="Fira Sans" panose="020F0502020204030204" pitchFamily="34" charset="0"/>
              </a:rPr>
              <a:t>. військ. клуб ім. гетьмана П. Полуботка</a:t>
            </a:r>
            <a:endParaRPr lang="uk-UA" sz="700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A559D901-EB4B-E13E-069C-1E4D51C07A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59" r="19589" b="-2"/>
          <a:stretch/>
        </p:blipFill>
        <p:spPr bwMode="auto">
          <a:xfrm>
            <a:off x="7675658" y="2093976"/>
            <a:ext cx="3941064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679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16" name="Rectangle 8210">
            <a:extLst>
              <a:ext uri="{FF2B5EF4-FFF2-40B4-BE49-F238E27FC236}">
                <a16:creationId xmlns:a16="http://schemas.microsoft.com/office/drawing/2014/main" id="{BFCBA134-9932-4625-92F2-ADE52ACE1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18" name="Freeform: Shape 8212">
            <a:extLst>
              <a:ext uri="{FF2B5EF4-FFF2-40B4-BE49-F238E27FC236}">
                <a16:creationId xmlns:a16="http://schemas.microsoft.com/office/drawing/2014/main" id="{78B28E4E-0110-46E1-92BB-3DB2BAA5E9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2"/>
            <a:ext cx="6095998" cy="1613646"/>
          </a:xfrm>
          <a:custGeom>
            <a:avLst/>
            <a:gdLst>
              <a:gd name="connsiteX0" fmla="*/ 0 w 7868507"/>
              <a:gd name="connsiteY0" fmla="*/ 0 h 1682351"/>
              <a:gd name="connsiteX1" fmla="*/ 7868507 w 7868507"/>
              <a:gd name="connsiteY1" fmla="*/ 0 h 1682351"/>
              <a:gd name="connsiteX2" fmla="*/ 7865866 w 7868507"/>
              <a:gd name="connsiteY2" fmla="*/ 1824 h 1682351"/>
              <a:gd name="connsiteX3" fmla="*/ 7837561 w 7868507"/>
              <a:gd name="connsiteY3" fmla="*/ 21679 h 1682351"/>
              <a:gd name="connsiteX4" fmla="*/ 7769454 w 7868507"/>
              <a:gd name="connsiteY4" fmla="*/ 43813 h 1682351"/>
              <a:gd name="connsiteX5" fmla="*/ 7695485 w 7868507"/>
              <a:gd name="connsiteY5" fmla="*/ 61050 h 1682351"/>
              <a:gd name="connsiteX6" fmla="*/ 7662356 w 7868507"/>
              <a:gd name="connsiteY6" fmla="*/ 73131 h 1682351"/>
              <a:gd name="connsiteX7" fmla="*/ 7602203 w 7868507"/>
              <a:gd name="connsiteY7" fmla="*/ 99894 h 1682351"/>
              <a:gd name="connsiteX8" fmla="*/ 7533256 w 7868507"/>
              <a:gd name="connsiteY8" fmla="*/ 141638 h 1682351"/>
              <a:gd name="connsiteX9" fmla="*/ 7516926 w 7868507"/>
              <a:gd name="connsiteY9" fmla="*/ 165418 h 1682351"/>
              <a:gd name="connsiteX10" fmla="*/ 7488994 w 7868507"/>
              <a:gd name="connsiteY10" fmla="*/ 178287 h 1682351"/>
              <a:gd name="connsiteX11" fmla="*/ 7478335 w 7868507"/>
              <a:gd name="connsiteY11" fmla="*/ 185700 h 1682351"/>
              <a:gd name="connsiteX12" fmla="*/ 7458526 w 7868507"/>
              <a:gd name="connsiteY12" fmla="*/ 189157 h 1682351"/>
              <a:gd name="connsiteX13" fmla="*/ 7419554 w 7868507"/>
              <a:gd name="connsiteY13" fmla="*/ 192546 h 1682351"/>
              <a:gd name="connsiteX14" fmla="*/ 7347574 w 7868507"/>
              <a:gd name="connsiteY14" fmla="*/ 213028 h 1682351"/>
              <a:gd name="connsiteX15" fmla="*/ 7205646 w 7868507"/>
              <a:gd name="connsiteY15" fmla="*/ 228570 h 1682351"/>
              <a:gd name="connsiteX16" fmla="*/ 7132082 w 7868507"/>
              <a:gd name="connsiteY16" fmla="*/ 240066 h 1682351"/>
              <a:gd name="connsiteX17" fmla="*/ 7026584 w 7868507"/>
              <a:gd name="connsiteY17" fmla="*/ 249305 h 1682351"/>
              <a:gd name="connsiteX18" fmla="*/ 6949796 w 7868507"/>
              <a:gd name="connsiteY18" fmla="*/ 259619 h 1682351"/>
              <a:gd name="connsiteX19" fmla="*/ 6850243 w 7868507"/>
              <a:gd name="connsiteY19" fmla="*/ 278486 h 1682351"/>
              <a:gd name="connsiteX20" fmla="*/ 6848972 w 7868507"/>
              <a:gd name="connsiteY20" fmla="*/ 279419 h 1682351"/>
              <a:gd name="connsiteX21" fmla="*/ 6833720 w 7868507"/>
              <a:gd name="connsiteY21" fmla="*/ 281340 h 1682351"/>
              <a:gd name="connsiteX22" fmla="*/ 6796601 w 7868507"/>
              <a:gd name="connsiteY22" fmla="*/ 279778 h 1682351"/>
              <a:gd name="connsiteX23" fmla="*/ 6793249 w 7868507"/>
              <a:gd name="connsiteY23" fmla="*/ 281365 h 1682351"/>
              <a:gd name="connsiteX24" fmla="*/ 6761214 w 7868507"/>
              <a:gd name="connsiteY24" fmla="*/ 283216 h 1682351"/>
              <a:gd name="connsiteX25" fmla="*/ 6761137 w 7868507"/>
              <a:gd name="connsiteY25" fmla="*/ 284040 h 1682351"/>
              <a:gd name="connsiteX26" fmla="*/ 6753708 w 7868507"/>
              <a:gd name="connsiteY26" fmla="*/ 288053 h 1682351"/>
              <a:gd name="connsiteX27" fmla="*/ 6738673 w 7868507"/>
              <a:gd name="connsiteY27" fmla="*/ 293899 h 1682351"/>
              <a:gd name="connsiteX28" fmla="*/ 6675177 w 7868507"/>
              <a:gd name="connsiteY28" fmla="*/ 319284 h 1682351"/>
              <a:gd name="connsiteX29" fmla="*/ 6668648 w 7868507"/>
              <a:gd name="connsiteY29" fmla="*/ 320128 h 1682351"/>
              <a:gd name="connsiteX30" fmla="*/ 6668596 w 7868507"/>
              <a:gd name="connsiteY30" fmla="*/ 320325 h 1682351"/>
              <a:gd name="connsiteX31" fmla="*/ 6661861 w 7868507"/>
              <a:gd name="connsiteY31" fmla="*/ 321574 h 1682351"/>
              <a:gd name="connsiteX32" fmla="*/ 6644079 w 7868507"/>
              <a:gd name="connsiteY32" fmla="*/ 323301 h 1682351"/>
              <a:gd name="connsiteX33" fmla="*/ 6640227 w 7868507"/>
              <a:gd name="connsiteY33" fmla="*/ 325063 h 1682351"/>
              <a:gd name="connsiteX34" fmla="*/ 6639422 w 7868507"/>
              <a:gd name="connsiteY34" fmla="*/ 327491 h 1682351"/>
              <a:gd name="connsiteX35" fmla="*/ 6617073 w 7868507"/>
              <a:gd name="connsiteY35" fmla="*/ 336554 h 1682351"/>
              <a:gd name="connsiteX36" fmla="*/ 6565938 w 7868507"/>
              <a:gd name="connsiteY36" fmla="*/ 354459 h 1682351"/>
              <a:gd name="connsiteX37" fmla="*/ 6506395 w 7868507"/>
              <a:gd name="connsiteY37" fmla="*/ 372715 h 1682351"/>
              <a:gd name="connsiteX38" fmla="*/ 6366803 w 7868507"/>
              <a:gd name="connsiteY38" fmla="*/ 421832 h 1682351"/>
              <a:gd name="connsiteX39" fmla="*/ 6245343 w 7868507"/>
              <a:gd name="connsiteY39" fmla="*/ 435559 h 1682351"/>
              <a:gd name="connsiteX40" fmla="*/ 6186762 w 7868507"/>
              <a:gd name="connsiteY40" fmla="*/ 449329 h 1682351"/>
              <a:gd name="connsiteX41" fmla="*/ 6151870 w 7868507"/>
              <a:gd name="connsiteY41" fmla="*/ 456667 h 1682351"/>
              <a:gd name="connsiteX42" fmla="*/ 6094791 w 7868507"/>
              <a:gd name="connsiteY42" fmla="*/ 467108 h 1682351"/>
              <a:gd name="connsiteX43" fmla="*/ 6094387 w 7868507"/>
              <a:gd name="connsiteY43" fmla="*/ 469288 h 1682351"/>
              <a:gd name="connsiteX44" fmla="*/ 6088888 w 7868507"/>
              <a:gd name="connsiteY44" fmla="*/ 472662 h 1682351"/>
              <a:gd name="connsiteX45" fmla="*/ 6079322 w 7868507"/>
              <a:gd name="connsiteY45" fmla="*/ 480342 h 1682351"/>
              <a:gd name="connsiteX46" fmla="*/ 6060058 w 7868507"/>
              <a:gd name="connsiteY46" fmla="*/ 490885 h 1682351"/>
              <a:gd name="connsiteX47" fmla="*/ 6059271 w 7868507"/>
              <a:gd name="connsiteY47" fmla="*/ 490563 h 1682351"/>
              <a:gd name="connsiteX48" fmla="*/ 6052214 w 7868507"/>
              <a:gd name="connsiteY48" fmla="*/ 491388 h 1682351"/>
              <a:gd name="connsiteX49" fmla="*/ 6004898 w 7868507"/>
              <a:gd name="connsiteY49" fmla="*/ 494385 h 1682351"/>
              <a:gd name="connsiteX50" fmla="*/ 5987859 w 7868507"/>
              <a:gd name="connsiteY50" fmla="*/ 504838 h 1682351"/>
              <a:gd name="connsiteX51" fmla="*/ 5984113 w 7868507"/>
              <a:gd name="connsiteY51" fmla="*/ 506697 h 1682351"/>
              <a:gd name="connsiteX52" fmla="*/ 5983909 w 7868507"/>
              <a:gd name="connsiteY52" fmla="*/ 506630 h 1682351"/>
              <a:gd name="connsiteX53" fmla="*/ 5979696 w 7868507"/>
              <a:gd name="connsiteY53" fmla="*/ 508387 h 1682351"/>
              <a:gd name="connsiteX54" fmla="*/ 5931986 w 7868507"/>
              <a:gd name="connsiteY54" fmla="*/ 510495 h 1682351"/>
              <a:gd name="connsiteX55" fmla="*/ 5873354 w 7868507"/>
              <a:gd name="connsiteY55" fmla="*/ 520717 h 1682351"/>
              <a:gd name="connsiteX56" fmla="*/ 5843006 w 7868507"/>
              <a:gd name="connsiteY56" fmla="*/ 525739 h 1682351"/>
              <a:gd name="connsiteX57" fmla="*/ 5825737 w 7868507"/>
              <a:gd name="connsiteY57" fmla="*/ 530029 h 1682351"/>
              <a:gd name="connsiteX58" fmla="*/ 5812271 w 7868507"/>
              <a:gd name="connsiteY58" fmla="*/ 536366 h 1682351"/>
              <a:gd name="connsiteX59" fmla="*/ 5683965 w 7868507"/>
              <a:gd name="connsiteY59" fmla="*/ 605660 h 1682351"/>
              <a:gd name="connsiteX60" fmla="*/ 5572324 w 7868507"/>
              <a:gd name="connsiteY60" fmla="*/ 625027 h 1682351"/>
              <a:gd name="connsiteX61" fmla="*/ 5556903 w 7868507"/>
              <a:gd name="connsiteY61" fmla="*/ 628786 h 1682351"/>
              <a:gd name="connsiteX62" fmla="*/ 5553544 w 7868507"/>
              <a:gd name="connsiteY62" fmla="*/ 627847 h 1682351"/>
              <a:gd name="connsiteX63" fmla="*/ 5526889 w 7868507"/>
              <a:gd name="connsiteY63" fmla="*/ 632098 h 1682351"/>
              <a:gd name="connsiteX64" fmla="*/ 5521078 w 7868507"/>
              <a:gd name="connsiteY64" fmla="*/ 637584 h 1682351"/>
              <a:gd name="connsiteX65" fmla="*/ 5512534 w 7868507"/>
              <a:gd name="connsiteY65" fmla="*/ 637267 h 1682351"/>
              <a:gd name="connsiteX66" fmla="*/ 5474353 w 7868507"/>
              <a:gd name="connsiteY66" fmla="*/ 648039 h 1682351"/>
              <a:gd name="connsiteX67" fmla="*/ 5470584 w 7868507"/>
              <a:gd name="connsiteY67" fmla="*/ 648039 h 1682351"/>
              <a:gd name="connsiteX68" fmla="*/ 5467496 w 7868507"/>
              <a:gd name="connsiteY68" fmla="*/ 650003 h 1682351"/>
              <a:gd name="connsiteX69" fmla="*/ 5462885 w 7868507"/>
              <a:gd name="connsiteY69" fmla="*/ 649269 h 1682351"/>
              <a:gd name="connsiteX70" fmla="*/ 5461190 w 7868507"/>
              <a:gd name="connsiteY70" fmla="*/ 650833 h 1682351"/>
              <a:gd name="connsiteX71" fmla="*/ 5438256 w 7868507"/>
              <a:gd name="connsiteY71" fmla="*/ 650162 h 1682351"/>
              <a:gd name="connsiteX72" fmla="*/ 5425515 w 7868507"/>
              <a:gd name="connsiteY72" fmla="*/ 650724 h 1682351"/>
              <a:gd name="connsiteX73" fmla="*/ 5399851 w 7868507"/>
              <a:gd name="connsiteY73" fmla="*/ 648648 h 1682351"/>
              <a:gd name="connsiteX74" fmla="*/ 5395578 w 7868507"/>
              <a:gd name="connsiteY74" fmla="*/ 651245 h 1682351"/>
              <a:gd name="connsiteX75" fmla="*/ 5357693 w 7868507"/>
              <a:gd name="connsiteY75" fmla="*/ 652764 h 1682351"/>
              <a:gd name="connsiteX76" fmla="*/ 5357422 w 7868507"/>
              <a:gd name="connsiteY76" fmla="*/ 654203 h 1682351"/>
              <a:gd name="connsiteX77" fmla="*/ 5347920 w 7868507"/>
              <a:gd name="connsiteY77" fmla="*/ 660769 h 1682351"/>
              <a:gd name="connsiteX78" fmla="*/ 5344829 w 7868507"/>
              <a:gd name="connsiteY78" fmla="*/ 661019 h 1682351"/>
              <a:gd name="connsiteX79" fmla="*/ 5285263 w 7868507"/>
              <a:gd name="connsiteY79" fmla="*/ 671313 h 1682351"/>
              <a:gd name="connsiteX80" fmla="*/ 5264305 w 7868507"/>
              <a:gd name="connsiteY80" fmla="*/ 677803 h 1682351"/>
              <a:gd name="connsiteX81" fmla="*/ 5229182 w 7868507"/>
              <a:gd name="connsiteY81" fmla="*/ 688503 h 1682351"/>
              <a:gd name="connsiteX82" fmla="*/ 5203382 w 7868507"/>
              <a:gd name="connsiteY82" fmla="*/ 703484 h 1682351"/>
              <a:gd name="connsiteX83" fmla="*/ 5173833 w 7868507"/>
              <a:gd name="connsiteY83" fmla="*/ 709660 h 1682351"/>
              <a:gd name="connsiteX84" fmla="*/ 5166382 w 7868507"/>
              <a:gd name="connsiteY84" fmla="*/ 702062 h 1682351"/>
              <a:gd name="connsiteX85" fmla="*/ 5142858 w 7868507"/>
              <a:gd name="connsiteY85" fmla="*/ 702153 h 1682351"/>
              <a:gd name="connsiteX86" fmla="*/ 5134964 w 7868507"/>
              <a:gd name="connsiteY86" fmla="*/ 711602 h 1682351"/>
              <a:gd name="connsiteX87" fmla="*/ 5087368 w 7868507"/>
              <a:gd name="connsiteY87" fmla="*/ 727066 h 1682351"/>
              <a:gd name="connsiteX88" fmla="*/ 5059763 w 7868507"/>
              <a:gd name="connsiteY88" fmla="*/ 733651 h 1682351"/>
              <a:gd name="connsiteX89" fmla="*/ 5023240 w 7868507"/>
              <a:gd name="connsiteY89" fmla="*/ 742299 h 1682351"/>
              <a:gd name="connsiteX90" fmla="*/ 5007406 w 7868507"/>
              <a:gd name="connsiteY90" fmla="*/ 747156 h 1682351"/>
              <a:gd name="connsiteX91" fmla="*/ 4995851 w 7868507"/>
              <a:gd name="connsiteY91" fmla="*/ 746560 h 1682351"/>
              <a:gd name="connsiteX92" fmla="*/ 4983107 w 7868507"/>
              <a:gd name="connsiteY92" fmla="*/ 748274 h 1682351"/>
              <a:gd name="connsiteX93" fmla="*/ 4973068 w 7868507"/>
              <a:gd name="connsiteY93" fmla="*/ 750600 h 1682351"/>
              <a:gd name="connsiteX94" fmla="*/ 4967642 w 7868507"/>
              <a:gd name="connsiteY94" fmla="*/ 756164 h 1682351"/>
              <a:gd name="connsiteX95" fmla="*/ 4958938 w 7868507"/>
              <a:gd name="connsiteY95" fmla="*/ 756308 h 1682351"/>
              <a:gd name="connsiteX96" fmla="*/ 4949594 w 7868507"/>
              <a:gd name="connsiteY96" fmla="*/ 761504 h 1682351"/>
              <a:gd name="connsiteX97" fmla="*/ 4947761 w 7868507"/>
              <a:gd name="connsiteY97" fmla="*/ 759559 h 1682351"/>
              <a:gd name="connsiteX98" fmla="*/ 4939683 w 7868507"/>
              <a:gd name="connsiteY98" fmla="*/ 757589 h 1682351"/>
              <a:gd name="connsiteX99" fmla="*/ 4905733 w 7868507"/>
              <a:gd name="connsiteY99" fmla="*/ 776774 h 1682351"/>
              <a:gd name="connsiteX100" fmla="*/ 4885524 w 7868507"/>
              <a:gd name="connsiteY100" fmla="*/ 784914 h 1682351"/>
              <a:gd name="connsiteX101" fmla="*/ 4884537 w 7868507"/>
              <a:gd name="connsiteY101" fmla="*/ 786309 h 1682351"/>
              <a:gd name="connsiteX102" fmla="*/ 4863207 w 7868507"/>
              <a:gd name="connsiteY102" fmla="*/ 792997 h 1682351"/>
              <a:gd name="connsiteX103" fmla="*/ 4857388 w 7868507"/>
              <a:gd name="connsiteY103" fmla="*/ 798678 h 1682351"/>
              <a:gd name="connsiteX104" fmla="*/ 4816499 w 7868507"/>
              <a:gd name="connsiteY104" fmla="*/ 818246 h 1682351"/>
              <a:gd name="connsiteX105" fmla="*/ 4805033 w 7868507"/>
              <a:gd name="connsiteY105" fmla="*/ 823877 h 1682351"/>
              <a:gd name="connsiteX106" fmla="*/ 4794341 w 7868507"/>
              <a:gd name="connsiteY106" fmla="*/ 824641 h 1682351"/>
              <a:gd name="connsiteX107" fmla="*/ 4791139 w 7868507"/>
              <a:gd name="connsiteY107" fmla="*/ 821265 h 1682351"/>
              <a:gd name="connsiteX108" fmla="*/ 4784697 w 7868507"/>
              <a:gd name="connsiteY108" fmla="*/ 823709 h 1682351"/>
              <a:gd name="connsiteX109" fmla="*/ 4782810 w 7868507"/>
              <a:gd name="connsiteY109" fmla="*/ 823507 h 1682351"/>
              <a:gd name="connsiteX110" fmla="*/ 4772164 w 7868507"/>
              <a:gd name="connsiteY110" fmla="*/ 823203 h 1682351"/>
              <a:gd name="connsiteX111" fmla="*/ 4753756 w 7868507"/>
              <a:gd name="connsiteY111" fmla="*/ 843711 h 1682351"/>
              <a:gd name="connsiteX112" fmla="*/ 4727551 w 7868507"/>
              <a:gd name="connsiteY112" fmla="*/ 851537 h 1682351"/>
              <a:gd name="connsiteX113" fmla="*/ 4631760 w 7868507"/>
              <a:gd name="connsiteY113" fmla="*/ 932126 h 1682351"/>
              <a:gd name="connsiteX114" fmla="*/ 4584082 w 7868507"/>
              <a:gd name="connsiteY114" fmla="*/ 949940 h 1682351"/>
              <a:gd name="connsiteX115" fmla="*/ 4523312 w 7868507"/>
              <a:gd name="connsiteY115" fmla="*/ 974005 h 1682351"/>
              <a:gd name="connsiteX116" fmla="*/ 4463504 w 7868507"/>
              <a:gd name="connsiteY116" fmla="*/ 996548 h 1682351"/>
              <a:gd name="connsiteX117" fmla="*/ 4452680 w 7868507"/>
              <a:gd name="connsiteY117" fmla="*/ 1008042 h 1682351"/>
              <a:gd name="connsiteX118" fmla="*/ 4445284 w 7868507"/>
              <a:gd name="connsiteY118" fmla="*/ 1009976 h 1682351"/>
              <a:gd name="connsiteX119" fmla="*/ 4407084 w 7868507"/>
              <a:gd name="connsiteY119" fmla="*/ 1025274 h 1682351"/>
              <a:gd name="connsiteX120" fmla="*/ 4398766 w 7868507"/>
              <a:gd name="connsiteY120" fmla="*/ 1022420 h 1682351"/>
              <a:gd name="connsiteX121" fmla="*/ 4397057 w 7868507"/>
              <a:gd name="connsiteY121" fmla="*/ 1020283 h 1682351"/>
              <a:gd name="connsiteX122" fmla="*/ 4386552 w 7868507"/>
              <a:gd name="connsiteY122" fmla="*/ 1024409 h 1682351"/>
              <a:gd name="connsiteX123" fmla="*/ 4377324 w 7868507"/>
              <a:gd name="connsiteY123" fmla="*/ 1023587 h 1682351"/>
              <a:gd name="connsiteX124" fmla="*/ 4370923 w 7868507"/>
              <a:gd name="connsiteY124" fmla="*/ 1028513 h 1682351"/>
              <a:gd name="connsiteX125" fmla="*/ 4360023 w 7868507"/>
              <a:gd name="connsiteY125" fmla="*/ 1029711 h 1682351"/>
              <a:gd name="connsiteX126" fmla="*/ 4346335 w 7868507"/>
              <a:gd name="connsiteY126" fmla="*/ 1029999 h 1682351"/>
              <a:gd name="connsiteX127" fmla="*/ 4334175 w 7868507"/>
              <a:gd name="connsiteY127" fmla="*/ 1028124 h 1682351"/>
              <a:gd name="connsiteX128" fmla="*/ 4316842 w 7868507"/>
              <a:gd name="connsiteY128" fmla="*/ 1031192 h 1682351"/>
              <a:gd name="connsiteX129" fmla="*/ 4277163 w 7868507"/>
              <a:gd name="connsiteY129" fmla="*/ 1035732 h 1682351"/>
              <a:gd name="connsiteX130" fmla="*/ 4247171 w 7868507"/>
              <a:gd name="connsiteY130" fmla="*/ 1039212 h 1682351"/>
              <a:gd name="connsiteX131" fmla="*/ 4194968 w 7868507"/>
              <a:gd name="connsiteY131" fmla="*/ 1049296 h 1682351"/>
              <a:gd name="connsiteX132" fmla="*/ 4185496 w 7868507"/>
              <a:gd name="connsiteY132" fmla="*/ 1057811 h 1682351"/>
              <a:gd name="connsiteX133" fmla="*/ 4160588 w 7868507"/>
              <a:gd name="connsiteY133" fmla="*/ 1055289 h 1682351"/>
              <a:gd name="connsiteX134" fmla="*/ 4153601 w 7868507"/>
              <a:gd name="connsiteY134" fmla="*/ 1046911 h 1682351"/>
              <a:gd name="connsiteX135" fmla="*/ 4121597 w 7868507"/>
              <a:gd name="connsiteY135" fmla="*/ 1049768 h 1682351"/>
              <a:gd name="connsiteX136" fmla="*/ 4092519 w 7868507"/>
              <a:gd name="connsiteY136" fmla="*/ 1061793 h 1682351"/>
              <a:gd name="connsiteX137" fmla="*/ 4054082 w 7868507"/>
              <a:gd name="connsiteY137" fmla="*/ 1068526 h 1682351"/>
              <a:gd name="connsiteX138" fmla="*/ 4031133 w 7868507"/>
              <a:gd name="connsiteY138" fmla="*/ 1072650 h 1682351"/>
              <a:gd name="connsiteX139" fmla="*/ 3966873 w 7868507"/>
              <a:gd name="connsiteY139" fmla="*/ 1076267 h 1682351"/>
              <a:gd name="connsiteX140" fmla="*/ 3963573 w 7868507"/>
              <a:gd name="connsiteY140" fmla="*/ 1076172 h 1682351"/>
              <a:gd name="connsiteX141" fmla="*/ 3952740 w 7868507"/>
              <a:gd name="connsiteY141" fmla="*/ 1081643 h 1682351"/>
              <a:gd name="connsiteX142" fmla="*/ 3952284 w 7868507"/>
              <a:gd name="connsiteY142" fmla="*/ 1083043 h 1682351"/>
              <a:gd name="connsiteX143" fmla="*/ 3912008 w 7868507"/>
              <a:gd name="connsiteY143" fmla="*/ 1080346 h 1682351"/>
              <a:gd name="connsiteX144" fmla="*/ 3907178 w 7868507"/>
              <a:gd name="connsiteY144" fmla="*/ 1082452 h 1682351"/>
              <a:gd name="connsiteX145" fmla="*/ 3880262 w 7868507"/>
              <a:gd name="connsiteY145" fmla="*/ 1077541 h 1682351"/>
              <a:gd name="connsiteX146" fmla="*/ 3866711 w 7868507"/>
              <a:gd name="connsiteY146" fmla="*/ 1076684 h 1682351"/>
              <a:gd name="connsiteX147" fmla="*/ 3842517 w 7868507"/>
              <a:gd name="connsiteY147" fmla="*/ 1073470 h 1682351"/>
              <a:gd name="connsiteX148" fmla="*/ 3840538 w 7868507"/>
              <a:gd name="connsiteY148" fmla="*/ 1074837 h 1682351"/>
              <a:gd name="connsiteX149" fmla="*/ 3835745 w 7868507"/>
              <a:gd name="connsiteY149" fmla="*/ 1073596 h 1682351"/>
              <a:gd name="connsiteX150" fmla="*/ 3832245 w 7868507"/>
              <a:gd name="connsiteY150" fmla="*/ 1075205 h 1682351"/>
              <a:gd name="connsiteX151" fmla="*/ 3828256 w 7868507"/>
              <a:gd name="connsiteY151" fmla="*/ 1074786 h 1682351"/>
              <a:gd name="connsiteX152" fmla="*/ 3786574 w 7868507"/>
              <a:gd name="connsiteY152" fmla="*/ 1081253 h 1682351"/>
              <a:gd name="connsiteX153" fmla="*/ 3777568 w 7868507"/>
              <a:gd name="connsiteY153" fmla="*/ 1079989 h 1682351"/>
              <a:gd name="connsiteX154" fmla="*/ 3770769 w 7868507"/>
              <a:gd name="connsiteY154" fmla="*/ 1084796 h 1682351"/>
              <a:gd name="connsiteX155" fmla="*/ 3742056 w 7868507"/>
              <a:gd name="connsiteY155" fmla="*/ 1086062 h 1682351"/>
              <a:gd name="connsiteX156" fmla="*/ 3732135 w 7868507"/>
              <a:gd name="connsiteY156" fmla="*/ 1082300 h 1682351"/>
              <a:gd name="connsiteX157" fmla="*/ 3722961 w 7868507"/>
              <a:gd name="connsiteY157" fmla="*/ 1079602 h 1682351"/>
              <a:gd name="connsiteX158" fmla="*/ 3721773 w 7868507"/>
              <a:gd name="connsiteY158" fmla="*/ 1079610 h 1682351"/>
              <a:gd name="connsiteX159" fmla="*/ 3709837 w 7868507"/>
              <a:gd name="connsiteY159" fmla="*/ 1079694 h 1682351"/>
              <a:gd name="connsiteX160" fmla="*/ 3687629 w 7868507"/>
              <a:gd name="connsiteY160" fmla="*/ 1079849 h 1682351"/>
              <a:gd name="connsiteX161" fmla="*/ 3644574 w 7868507"/>
              <a:gd name="connsiteY161" fmla="*/ 1083439 h 1682351"/>
              <a:gd name="connsiteX162" fmla="*/ 3547156 w 7868507"/>
              <a:gd name="connsiteY162" fmla="*/ 1066356 h 1682351"/>
              <a:gd name="connsiteX163" fmla="*/ 3408831 w 7868507"/>
              <a:gd name="connsiteY163" fmla="*/ 1075438 h 1682351"/>
              <a:gd name="connsiteX164" fmla="*/ 3114039 w 7868507"/>
              <a:gd name="connsiteY164" fmla="*/ 1109327 h 1682351"/>
              <a:gd name="connsiteX165" fmla="*/ 3051319 w 7868507"/>
              <a:gd name="connsiteY165" fmla="*/ 1116688 h 1682351"/>
              <a:gd name="connsiteX166" fmla="*/ 3010058 w 7868507"/>
              <a:gd name="connsiteY166" fmla="*/ 1118821 h 1682351"/>
              <a:gd name="connsiteX167" fmla="*/ 2941155 w 7868507"/>
              <a:gd name="connsiteY167" fmla="*/ 1141827 h 1682351"/>
              <a:gd name="connsiteX168" fmla="*/ 2862733 w 7868507"/>
              <a:gd name="connsiteY168" fmla="*/ 1149849 h 1682351"/>
              <a:gd name="connsiteX169" fmla="*/ 2762853 w 7868507"/>
              <a:gd name="connsiteY169" fmla="*/ 1155888 h 1682351"/>
              <a:gd name="connsiteX170" fmla="*/ 2735957 w 7868507"/>
              <a:gd name="connsiteY170" fmla="*/ 1166296 h 1682351"/>
              <a:gd name="connsiteX171" fmla="*/ 2697453 w 7868507"/>
              <a:gd name="connsiteY171" fmla="*/ 1175920 h 1682351"/>
              <a:gd name="connsiteX172" fmla="*/ 2630587 w 7868507"/>
              <a:gd name="connsiteY172" fmla="*/ 1198561 h 1682351"/>
              <a:gd name="connsiteX173" fmla="*/ 2554087 w 7868507"/>
              <a:gd name="connsiteY173" fmla="*/ 1210615 h 1682351"/>
              <a:gd name="connsiteX174" fmla="*/ 2466063 w 7868507"/>
              <a:gd name="connsiteY174" fmla="*/ 1202949 h 1682351"/>
              <a:gd name="connsiteX175" fmla="*/ 2417946 w 7868507"/>
              <a:gd name="connsiteY175" fmla="*/ 1202719 h 1682351"/>
              <a:gd name="connsiteX176" fmla="*/ 2258819 w 7868507"/>
              <a:gd name="connsiteY176" fmla="*/ 1200304 h 1682351"/>
              <a:gd name="connsiteX177" fmla="*/ 2148771 w 7868507"/>
              <a:gd name="connsiteY177" fmla="*/ 1198564 h 1682351"/>
              <a:gd name="connsiteX178" fmla="*/ 2117137 w 7868507"/>
              <a:gd name="connsiteY178" fmla="*/ 1207800 h 1682351"/>
              <a:gd name="connsiteX179" fmla="*/ 2064067 w 7868507"/>
              <a:gd name="connsiteY179" fmla="*/ 1222897 h 1682351"/>
              <a:gd name="connsiteX180" fmla="*/ 2011154 w 7868507"/>
              <a:gd name="connsiteY180" fmla="*/ 1227589 h 1682351"/>
              <a:gd name="connsiteX181" fmla="*/ 1967562 w 7868507"/>
              <a:gd name="connsiteY181" fmla="*/ 1238053 h 1682351"/>
              <a:gd name="connsiteX182" fmla="*/ 1925305 w 7868507"/>
              <a:gd name="connsiteY182" fmla="*/ 1239652 h 1682351"/>
              <a:gd name="connsiteX183" fmla="*/ 1903633 w 7868507"/>
              <a:gd name="connsiteY183" fmla="*/ 1234971 h 1682351"/>
              <a:gd name="connsiteX184" fmla="*/ 1878608 w 7868507"/>
              <a:gd name="connsiteY184" fmla="*/ 1229903 h 1682351"/>
              <a:gd name="connsiteX185" fmla="*/ 1843617 w 7868507"/>
              <a:gd name="connsiteY185" fmla="*/ 1224887 h 1682351"/>
              <a:gd name="connsiteX186" fmla="*/ 1749265 w 7868507"/>
              <a:gd name="connsiteY186" fmla="*/ 1228560 h 1682351"/>
              <a:gd name="connsiteX187" fmla="*/ 1650050 w 7868507"/>
              <a:gd name="connsiteY187" fmla="*/ 1231064 h 1682351"/>
              <a:gd name="connsiteX188" fmla="*/ 1625906 w 7868507"/>
              <a:gd name="connsiteY188" fmla="*/ 1240466 h 1682351"/>
              <a:gd name="connsiteX189" fmla="*/ 1625638 w 7868507"/>
              <a:gd name="connsiteY189" fmla="*/ 1243542 h 1682351"/>
              <a:gd name="connsiteX190" fmla="*/ 1621994 w 7868507"/>
              <a:gd name="connsiteY190" fmla="*/ 1248302 h 1682351"/>
              <a:gd name="connsiteX191" fmla="*/ 1615654 w 7868507"/>
              <a:gd name="connsiteY191" fmla="*/ 1259137 h 1682351"/>
              <a:gd name="connsiteX192" fmla="*/ 1602888 w 7868507"/>
              <a:gd name="connsiteY192" fmla="*/ 1274010 h 1682351"/>
              <a:gd name="connsiteX193" fmla="*/ 1602366 w 7868507"/>
              <a:gd name="connsiteY193" fmla="*/ 1273557 h 1682351"/>
              <a:gd name="connsiteX194" fmla="*/ 1597689 w 7868507"/>
              <a:gd name="connsiteY194" fmla="*/ 1274721 h 1682351"/>
              <a:gd name="connsiteX195" fmla="*/ 1566332 w 7868507"/>
              <a:gd name="connsiteY195" fmla="*/ 1278948 h 1682351"/>
              <a:gd name="connsiteX196" fmla="*/ 1555040 w 7868507"/>
              <a:gd name="connsiteY196" fmla="*/ 1293696 h 1682351"/>
              <a:gd name="connsiteX197" fmla="*/ 1552558 w 7868507"/>
              <a:gd name="connsiteY197" fmla="*/ 1296317 h 1682351"/>
              <a:gd name="connsiteX198" fmla="*/ 1552423 w 7868507"/>
              <a:gd name="connsiteY198" fmla="*/ 1296224 h 1682351"/>
              <a:gd name="connsiteX199" fmla="*/ 1549631 w 7868507"/>
              <a:gd name="connsiteY199" fmla="*/ 1298702 h 1682351"/>
              <a:gd name="connsiteX200" fmla="*/ 1518013 w 7868507"/>
              <a:gd name="connsiteY200" fmla="*/ 1301677 h 1682351"/>
              <a:gd name="connsiteX201" fmla="*/ 1479156 w 7868507"/>
              <a:gd name="connsiteY201" fmla="*/ 1316098 h 1682351"/>
              <a:gd name="connsiteX202" fmla="*/ 1441079 w 7868507"/>
              <a:gd name="connsiteY202" fmla="*/ 1332684 h 1682351"/>
              <a:gd name="connsiteX203" fmla="*/ 1427483 w 7868507"/>
              <a:gd name="connsiteY203" fmla="*/ 1339810 h 1682351"/>
              <a:gd name="connsiteX204" fmla="*/ 1402408 w 7868507"/>
              <a:gd name="connsiteY204" fmla="*/ 1347572 h 1682351"/>
              <a:gd name="connsiteX205" fmla="*/ 1390401 w 7868507"/>
              <a:gd name="connsiteY205" fmla="*/ 1348064 h 1682351"/>
              <a:gd name="connsiteX206" fmla="*/ 1389965 w 7868507"/>
              <a:gd name="connsiteY206" fmla="*/ 1348612 h 1682351"/>
              <a:gd name="connsiteX207" fmla="*/ 1388601 w 7868507"/>
              <a:gd name="connsiteY207" fmla="*/ 1346953 h 1682351"/>
              <a:gd name="connsiteX208" fmla="*/ 1380844 w 7868507"/>
              <a:gd name="connsiteY208" fmla="*/ 1350384 h 1682351"/>
              <a:gd name="connsiteX209" fmla="*/ 1378861 w 7868507"/>
              <a:gd name="connsiteY209" fmla="*/ 1352221 h 1682351"/>
              <a:gd name="connsiteX210" fmla="*/ 1375758 w 7868507"/>
              <a:gd name="connsiteY210" fmla="*/ 1353731 h 1682351"/>
              <a:gd name="connsiteX211" fmla="*/ 1375650 w 7868507"/>
              <a:gd name="connsiteY211" fmla="*/ 1353592 h 1682351"/>
              <a:gd name="connsiteX212" fmla="*/ 1372804 w 7868507"/>
              <a:gd name="connsiteY212" fmla="*/ 1355351 h 1682351"/>
              <a:gd name="connsiteX213" fmla="*/ 1359249 w 7868507"/>
              <a:gd name="connsiteY213" fmla="*/ 1366189 h 1682351"/>
              <a:gd name="connsiteX214" fmla="*/ 1340780 w 7868507"/>
              <a:gd name="connsiteY214" fmla="*/ 1366894 h 1682351"/>
              <a:gd name="connsiteX215" fmla="*/ 1337816 w 7868507"/>
              <a:gd name="connsiteY215" fmla="*/ 1359128 h 1682351"/>
              <a:gd name="connsiteX216" fmla="*/ 1335560 w 7868507"/>
              <a:gd name="connsiteY216" fmla="*/ 1360910 h 1682351"/>
              <a:gd name="connsiteX217" fmla="*/ 1331292 w 7868507"/>
              <a:gd name="connsiteY217" fmla="*/ 1365723 h 1682351"/>
              <a:gd name="connsiteX218" fmla="*/ 1329826 w 7868507"/>
              <a:gd name="connsiteY218" fmla="*/ 1365581 h 1682351"/>
              <a:gd name="connsiteX219" fmla="*/ 1315524 w 7868507"/>
              <a:gd name="connsiteY219" fmla="*/ 1370869 h 1682351"/>
              <a:gd name="connsiteX220" fmla="*/ 1311310 w 7868507"/>
              <a:gd name="connsiteY220" fmla="*/ 1368878 h 1682351"/>
              <a:gd name="connsiteX221" fmla="*/ 1309448 w 7868507"/>
              <a:gd name="connsiteY221" fmla="*/ 1368851 h 1682351"/>
              <a:gd name="connsiteX222" fmla="*/ 1301298 w 7868507"/>
              <a:gd name="connsiteY222" fmla="*/ 1377498 h 1682351"/>
              <a:gd name="connsiteX223" fmla="*/ 1296925 w 7868507"/>
              <a:gd name="connsiteY223" fmla="*/ 1380996 h 1682351"/>
              <a:gd name="connsiteX224" fmla="*/ 1269267 w 7868507"/>
              <a:gd name="connsiteY224" fmla="*/ 1411589 h 1682351"/>
              <a:gd name="connsiteX225" fmla="*/ 1221707 w 7868507"/>
              <a:gd name="connsiteY225" fmla="*/ 1427353 h 1682351"/>
              <a:gd name="connsiteX226" fmla="*/ 1173283 w 7868507"/>
              <a:gd name="connsiteY226" fmla="*/ 1444522 h 1682351"/>
              <a:gd name="connsiteX227" fmla="*/ 1135382 w 7868507"/>
              <a:gd name="connsiteY227" fmla="*/ 1456933 h 1682351"/>
              <a:gd name="connsiteX228" fmla="*/ 1055416 w 7868507"/>
              <a:gd name="connsiteY228" fmla="*/ 1526389 h 1682351"/>
              <a:gd name="connsiteX229" fmla="*/ 1034752 w 7868507"/>
              <a:gd name="connsiteY229" fmla="*/ 1531257 h 1682351"/>
              <a:gd name="connsiteX230" fmla="*/ 1018956 w 7868507"/>
              <a:gd name="connsiteY230" fmla="*/ 1549595 h 1682351"/>
              <a:gd name="connsiteX231" fmla="*/ 1010858 w 7868507"/>
              <a:gd name="connsiteY231" fmla="*/ 1548110 h 1682351"/>
              <a:gd name="connsiteX232" fmla="*/ 1009435 w 7868507"/>
              <a:gd name="connsiteY232" fmla="*/ 1547700 h 1682351"/>
              <a:gd name="connsiteX233" fmla="*/ 1004312 w 7868507"/>
              <a:gd name="connsiteY233" fmla="*/ 1549413 h 1682351"/>
              <a:gd name="connsiteX234" fmla="*/ 1002155 w 7868507"/>
              <a:gd name="connsiteY234" fmla="*/ 1545703 h 1682351"/>
              <a:gd name="connsiteX235" fmla="*/ 993932 w 7868507"/>
              <a:gd name="connsiteY235" fmla="*/ 1545275 h 1682351"/>
              <a:gd name="connsiteX236" fmla="*/ 984702 w 7868507"/>
              <a:gd name="connsiteY236" fmla="*/ 1549599 h 1682351"/>
              <a:gd name="connsiteX237" fmla="*/ 951832 w 7868507"/>
              <a:gd name="connsiteY237" fmla="*/ 1564506 h 1682351"/>
              <a:gd name="connsiteX238" fmla="*/ 946909 w 7868507"/>
              <a:gd name="connsiteY238" fmla="*/ 1569506 h 1682351"/>
              <a:gd name="connsiteX239" fmla="*/ 930061 w 7868507"/>
              <a:gd name="connsiteY239" fmla="*/ 1573784 h 1682351"/>
              <a:gd name="connsiteX240" fmla="*/ 929189 w 7868507"/>
              <a:gd name="connsiteY240" fmla="*/ 1575061 h 1682351"/>
              <a:gd name="connsiteX241" fmla="*/ 913074 w 7868507"/>
              <a:gd name="connsiteY241" fmla="*/ 1580907 h 1682351"/>
              <a:gd name="connsiteX242" fmla="*/ 885532 w 7868507"/>
              <a:gd name="connsiteY242" fmla="*/ 1596205 h 1682351"/>
              <a:gd name="connsiteX243" fmla="*/ 879535 w 7868507"/>
              <a:gd name="connsiteY243" fmla="*/ 1593350 h 1682351"/>
              <a:gd name="connsiteX244" fmla="*/ 878302 w 7868507"/>
              <a:gd name="connsiteY244" fmla="*/ 1591213 h 1682351"/>
              <a:gd name="connsiteX245" fmla="*/ 870728 w 7868507"/>
              <a:gd name="connsiteY245" fmla="*/ 1595340 h 1682351"/>
              <a:gd name="connsiteX246" fmla="*/ 864075 w 7868507"/>
              <a:gd name="connsiteY246" fmla="*/ 1594517 h 1682351"/>
              <a:gd name="connsiteX247" fmla="*/ 859460 w 7868507"/>
              <a:gd name="connsiteY247" fmla="*/ 1599444 h 1682351"/>
              <a:gd name="connsiteX248" fmla="*/ 851601 w 7868507"/>
              <a:gd name="connsiteY248" fmla="*/ 1600641 h 1682351"/>
              <a:gd name="connsiteX249" fmla="*/ 841730 w 7868507"/>
              <a:gd name="connsiteY249" fmla="*/ 1600929 h 1682351"/>
              <a:gd name="connsiteX250" fmla="*/ 832963 w 7868507"/>
              <a:gd name="connsiteY250" fmla="*/ 1599055 h 1682351"/>
              <a:gd name="connsiteX251" fmla="*/ 820466 w 7868507"/>
              <a:gd name="connsiteY251" fmla="*/ 1602123 h 1682351"/>
              <a:gd name="connsiteX252" fmla="*/ 791859 w 7868507"/>
              <a:gd name="connsiteY252" fmla="*/ 1606663 h 1682351"/>
              <a:gd name="connsiteX253" fmla="*/ 770233 w 7868507"/>
              <a:gd name="connsiteY253" fmla="*/ 1610142 h 1682351"/>
              <a:gd name="connsiteX254" fmla="*/ 732594 w 7868507"/>
              <a:gd name="connsiteY254" fmla="*/ 1620226 h 1682351"/>
              <a:gd name="connsiteX255" fmla="*/ 725765 w 7868507"/>
              <a:gd name="connsiteY255" fmla="*/ 1628741 h 1682351"/>
              <a:gd name="connsiteX256" fmla="*/ 707807 w 7868507"/>
              <a:gd name="connsiteY256" fmla="*/ 1626219 h 1682351"/>
              <a:gd name="connsiteX257" fmla="*/ 702769 w 7868507"/>
              <a:gd name="connsiteY257" fmla="*/ 1617842 h 1682351"/>
              <a:gd name="connsiteX258" fmla="*/ 679694 w 7868507"/>
              <a:gd name="connsiteY258" fmla="*/ 1620699 h 1682351"/>
              <a:gd name="connsiteX259" fmla="*/ 658729 w 7868507"/>
              <a:gd name="connsiteY259" fmla="*/ 1632723 h 1682351"/>
              <a:gd name="connsiteX260" fmla="*/ 631015 w 7868507"/>
              <a:gd name="connsiteY260" fmla="*/ 1639457 h 1682351"/>
              <a:gd name="connsiteX261" fmla="*/ 614469 w 7868507"/>
              <a:gd name="connsiteY261" fmla="*/ 1643580 h 1682351"/>
              <a:gd name="connsiteX262" fmla="*/ 568137 w 7868507"/>
              <a:gd name="connsiteY262" fmla="*/ 1647197 h 1682351"/>
              <a:gd name="connsiteX263" fmla="*/ 565757 w 7868507"/>
              <a:gd name="connsiteY263" fmla="*/ 1647102 h 1682351"/>
              <a:gd name="connsiteX264" fmla="*/ 557947 w 7868507"/>
              <a:gd name="connsiteY264" fmla="*/ 1652573 h 1682351"/>
              <a:gd name="connsiteX265" fmla="*/ 557617 w 7868507"/>
              <a:gd name="connsiteY265" fmla="*/ 1653973 h 1682351"/>
              <a:gd name="connsiteX266" fmla="*/ 528578 w 7868507"/>
              <a:gd name="connsiteY266" fmla="*/ 1651276 h 1682351"/>
              <a:gd name="connsiteX267" fmla="*/ 525096 w 7868507"/>
              <a:gd name="connsiteY267" fmla="*/ 1653383 h 1682351"/>
              <a:gd name="connsiteX268" fmla="*/ 505689 w 7868507"/>
              <a:gd name="connsiteY268" fmla="*/ 1648471 h 1682351"/>
              <a:gd name="connsiteX269" fmla="*/ 495919 w 7868507"/>
              <a:gd name="connsiteY269" fmla="*/ 1647615 h 1682351"/>
              <a:gd name="connsiteX270" fmla="*/ 478476 w 7868507"/>
              <a:gd name="connsiteY270" fmla="*/ 1644401 h 1682351"/>
              <a:gd name="connsiteX271" fmla="*/ 477049 w 7868507"/>
              <a:gd name="connsiteY271" fmla="*/ 1645767 h 1682351"/>
              <a:gd name="connsiteX272" fmla="*/ 473592 w 7868507"/>
              <a:gd name="connsiteY272" fmla="*/ 1644526 h 1682351"/>
              <a:gd name="connsiteX273" fmla="*/ 471069 w 7868507"/>
              <a:gd name="connsiteY273" fmla="*/ 1646136 h 1682351"/>
              <a:gd name="connsiteX274" fmla="*/ 468193 w 7868507"/>
              <a:gd name="connsiteY274" fmla="*/ 1645716 h 1682351"/>
              <a:gd name="connsiteX275" fmla="*/ 438139 w 7868507"/>
              <a:gd name="connsiteY275" fmla="*/ 1652183 h 1682351"/>
              <a:gd name="connsiteX276" fmla="*/ 431647 w 7868507"/>
              <a:gd name="connsiteY276" fmla="*/ 1650919 h 1682351"/>
              <a:gd name="connsiteX277" fmla="*/ 426745 w 7868507"/>
              <a:gd name="connsiteY277" fmla="*/ 1655727 h 1682351"/>
              <a:gd name="connsiteX278" fmla="*/ 406042 w 7868507"/>
              <a:gd name="connsiteY278" fmla="*/ 1656992 h 1682351"/>
              <a:gd name="connsiteX279" fmla="*/ 398889 w 7868507"/>
              <a:gd name="connsiteY279" fmla="*/ 1653230 h 1682351"/>
              <a:gd name="connsiteX280" fmla="*/ 392275 w 7868507"/>
              <a:gd name="connsiteY280" fmla="*/ 1650533 h 1682351"/>
              <a:gd name="connsiteX281" fmla="*/ 391417 w 7868507"/>
              <a:gd name="connsiteY281" fmla="*/ 1650540 h 1682351"/>
              <a:gd name="connsiteX282" fmla="*/ 382811 w 7868507"/>
              <a:gd name="connsiteY282" fmla="*/ 1650624 h 1682351"/>
              <a:gd name="connsiteX283" fmla="*/ 366800 w 7868507"/>
              <a:gd name="connsiteY283" fmla="*/ 1650779 h 1682351"/>
              <a:gd name="connsiteX284" fmla="*/ 335757 w 7868507"/>
              <a:gd name="connsiteY284" fmla="*/ 1654369 h 1682351"/>
              <a:gd name="connsiteX285" fmla="*/ 265518 w 7868507"/>
              <a:gd name="connsiteY285" fmla="*/ 1637286 h 1682351"/>
              <a:gd name="connsiteX286" fmla="*/ 165785 w 7868507"/>
              <a:gd name="connsiteY286" fmla="*/ 1646368 h 1682351"/>
              <a:gd name="connsiteX287" fmla="*/ 5771 w 7868507"/>
              <a:gd name="connsiteY287" fmla="*/ 1682351 h 1682351"/>
              <a:gd name="connsiteX288" fmla="*/ 0 w 7868507"/>
              <a:gd name="connsiteY288" fmla="*/ 1682121 h 1682351"/>
              <a:gd name="connsiteX289" fmla="*/ 0 w 7868507"/>
              <a:gd name="connsiteY289" fmla="*/ 208540 h 1682351"/>
              <a:gd name="connsiteX290" fmla="*/ 1 w 7868507"/>
              <a:gd name="connsiteY290" fmla="*/ 208540 h 168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</a:cxnLst>
            <a:rect l="l" t="t" r="r" b="b"/>
            <a:pathLst>
              <a:path w="7868507" h="1682351">
                <a:moveTo>
                  <a:pt x="0" y="0"/>
                </a:moveTo>
                <a:lnTo>
                  <a:pt x="7868507" y="0"/>
                </a:lnTo>
                <a:lnTo>
                  <a:pt x="7865866" y="1824"/>
                </a:lnTo>
                <a:cubicBezTo>
                  <a:pt x="7856431" y="8442"/>
                  <a:pt x="7838680" y="21037"/>
                  <a:pt x="7837561" y="21679"/>
                </a:cubicBezTo>
                <a:cubicBezTo>
                  <a:pt x="7827334" y="28887"/>
                  <a:pt x="7786488" y="47703"/>
                  <a:pt x="7769454" y="43813"/>
                </a:cubicBezTo>
                <a:cubicBezTo>
                  <a:pt x="7776715" y="51976"/>
                  <a:pt x="7698773" y="52885"/>
                  <a:pt x="7695485" y="61050"/>
                </a:cubicBezTo>
                <a:cubicBezTo>
                  <a:pt x="7694124" y="67654"/>
                  <a:pt x="7669858" y="70842"/>
                  <a:pt x="7662356" y="73131"/>
                </a:cubicBezTo>
                <a:cubicBezTo>
                  <a:pt x="7657288" y="79798"/>
                  <a:pt x="7615644" y="67260"/>
                  <a:pt x="7602203" y="99894"/>
                </a:cubicBezTo>
                <a:cubicBezTo>
                  <a:pt x="7564102" y="102340"/>
                  <a:pt x="7563677" y="146948"/>
                  <a:pt x="7533256" y="141638"/>
                </a:cubicBezTo>
                <a:cubicBezTo>
                  <a:pt x="7525393" y="142116"/>
                  <a:pt x="7522481" y="163449"/>
                  <a:pt x="7516926" y="165418"/>
                </a:cubicBezTo>
                <a:lnTo>
                  <a:pt x="7488994" y="178287"/>
                </a:lnTo>
                <a:lnTo>
                  <a:pt x="7478335" y="185700"/>
                </a:lnTo>
                <a:lnTo>
                  <a:pt x="7458526" y="189157"/>
                </a:lnTo>
                <a:cubicBezTo>
                  <a:pt x="7448729" y="190298"/>
                  <a:pt x="7435680" y="189564"/>
                  <a:pt x="7419554" y="192546"/>
                </a:cubicBezTo>
                <a:cubicBezTo>
                  <a:pt x="7391848" y="201320"/>
                  <a:pt x="7364551" y="190112"/>
                  <a:pt x="7347574" y="213028"/>
                </a:cubicBezTo>
                <a:cubicBezTo>
                  <a:pt x="7289734" y="215419"/>
                  <a:pt x="7263297" y="236052"/>
                  <a:pt x="7205646" y="228570"/>
                </a:cubicBezTo>
                <a:cubicBezTo>
                  <a:pt x="7219384" y="234481"/>
                  <a:pt x="7148985" y="225303"/>
                  <a:pt x="7132082" y="240066"/>
                </a:cubicBezTo>
                <a:cubicBezTo>
                  <a:pt x="7098097" y="244851"/>
                  <a:pt x="7078927" y="243254"/>
                  <a:pt x="7026584" y="249305"/>
                </a:cubicBezTo>
                <a:cubicBezTo>
                  <a:pt x="6982005" y="255885"/>
                  <a:pt x="6975045" y="256084"/>
                  <a:pt x="6949796" y="259619"/>
                </a:cubicBezTo>
                <a:lnTo>
                  <a:pt x="6850243" y="278486"/>
                </a:lnTo>
                <a:lnTo>
                  <a:pt x="6848972" y="279419"/>
                </a:lnTo>
                <a:cubicBezTo>
                  <a:pt x="6842431" y="281915"/>
                  <a:pt x="6837674" y="282132"/>
                  <a:pt x="6833720" y="281340"/>
                </a:cubicBezTo>
                <a:lnTo>
                  <a:pt x="6796601" y="279778"/>
                </a:lnTo>
                <a:lnTo>
                  <a:pt x="6793249" y="281365"/>
                </a:lnTo>
                <a:lnTo>
                  <a:pt x="6761214" y="283216"/>
                </a:lnTo>
                <a:cubicBezTo>
                  <a:pt x="6761188" y="283490"/>
                  <a:pt x="6761163" y="283765"/>
                  <a:pt x="6761137" y="284040"/>
                </a:cubicBezTo>
                <a:cubicBezTo>
                  <a:pt x="6760237" y="285931"/>
                  <a:pt x="6758196" y="287407"/>
                  <a:pt x="6753708" y="288053"/>
                </a:cubicBezTo>
                <a:cubicBezTo>
                  <a:pt x="6765963" y="298767"/>
                  <a:pt x="6752991" y="292938"/>
                  <a:pt x="6738673" y="293899"/>
                </a:cubicBezTo>
                <a:cubicBezTo>
                  <a:pt x="6725584" y="299105"/>
                  <a:pt x="6686848" y="314912"/>
                  <a:pt x="6675177" y="319284"/>
                </a:cubicBezTo>
                <a:lnTo>
                  <a:pt x="6668648" y="320128"/>
                </a:lnTo>
                <a:cubicBezTo>
                  <a:pt x="6668631" y="320193"/>
                  <a:pt x="6668614" y="320260"/>
                  <a:pt x="6668596" y="320325"/>
                </a:cubicBezTo>
                <a:cubicBezTo>
                  <a:pt x="6667339" y="320894"/>
                  <a:pt x="6665255" y="321316"/>
                  <a:pt x="6661861" y="321574"/>
                </a:cubicBezTo>
                <a:lnTo>
                  <a:pt x="6644079" y="323301"/>
                </a:lnTo>
                <a:lnTo>
                  <a:pt x="6640227" y="325063"/>
                </a:lnTo>
                <a:lnTo>
                  <a:pt x="6639422" y="327491"/>
                </a:lnTo>
                <a:lnTo>
                  <a:pt x="6617073" y="336554"/>
                </a:lnTo>
                <a:cubicBezTo>
                  <a:pt x="6605813" y="334764"/>
                  <a:pt x="6572341" y="351494"/>
                  <a:pt x="6565938" y="354459"/>
                </a:cubicBezTo>
                <a:lnTo>
                  <a:pt x="6506395" y="372715"/>
                </a:lnTo>
                <a:cubicBezTo>
                  <a:pt x="6446059" y="407226"/>
                  <a:pt x="6413333" y="405459"/>
                  <a:pt x="6366803" y="421832"/>
                </a:cubicBezTo>
                <a:cubicBezTo>
                  <a:pt x="6324390" y="424230"/>
                  <a:pt x="6284368" y="425700"/>
                  <a:pt x="6245343" y="435559"/>
                </a:cubicBezTo>
                <a:cubicBezTo>
                  <a:pt x="6215336" y="440142"/>
                  <a:pt x="6196358" y="442032"/>
                  <a:pt x="6186762" y="449329"/>
                </a:cubicBezTo>
                <a:lnTo>
                  <a:pt x="6151870" y="456667"/>
                </a:lnTo>
                <a:lnTo>
                  <a:pt x="6094791" y="467108"/>
                </a:lnTo>
                <a:cubicBezTo>
                  <a:pt x="6094657" y="467835"/>
                  <a:pt x="6094521" y="468561"/>
                  <a:pt x="6094387" y="469288"/>
                </a:cubicBezTo>
                <a:lnTo>
                  <a:pt x="6088888" y="472662"/>
                </a:lnTo>
                <a:lnTo>
                  <a:pt x="6079322" y="480342"/>
                </a:lnTo>
                <a:lnTo>
                  <a:pt x="6060058" y="490885"/>
                </a:lnTo>
                <a:lnTo>
                  <a:pt x="6059271" y="490563"/>
                </a:lnTo>
                <a:cubicBezTo>
                  <a:pt x="6057130" y="490070"/>
                  <a:pt x="6054850" y="490140"/>
                  <a:pt x="6052214" y="491388"/>
                </a:cubicBezTo>
                <a:cubicBezTo>
                  <a:pt x="6043152" y="492025"/>
                  <a:pt x="6015622" y="492143"/>
                  <a:pt x="6004898" y="494385"/>
                </a:cubicBezTo>
                <a:cubicBezTo>
                  <a:pt x="5999647" y="497933"/>
                  <a:pt x="5993947" y="501457"/>
                  <a:pt x="5987859" y="504838"/>
                </a:cubicBezTo>
                <a:lnTo>
                  <a:pt x="5984113" y="506697"/>
                </a:lnTo>
                <a:lnTo>
                  <a:pt x="5983909" y="506630"/>
                </a:lnTo>
                <a:cubicBezTo>
                  <a:pt x="5982816" y="506817"/>
                  <a:pt x="5981478" y="507345"/>
                  <a:pt x="5979696" y="508387"/>
                </a:cubicBezTo>
                <a:lnTo>
                  <a:pt x="5931986" y="510495"/>
                </a:lnTo>
                <a:cubicBezTo>
                  <a:pt x="5909485" y="515471"/>
                  <a:pt x="5891640" y="509415"/>
                  <a:pt x="5873354" y="520717"/>
                </a:cubicBezTo>
                <a:cubicBezTo>
                  <a:pt x="5862814" y="523027"/>
                  <a:pt x="5852640" y="524240"/>
                  <a:pt x="5843006" y="525739"/>
                </a:cubicBezTo>
                <a:lnTo>
                  <a:pt x="5825737" y="530029"/>
                </a:lnTo>
                <a:lnTo>
                  <a:pt x="5812271" y="536366"/>
                </a:lnTo>
                <a:cubicBezTo>
                  <a:pt x="5756812" y="585055"/>
                  <a:pt x="5726733" y="582561"/>
                  <a:pt x="5683965" y="605660"/>
                </a:cubicBezTo>
                <a:cubicBezTo>
                  <a:pt x="5644981" y="609044"/>
                  <a:pt x="5608194" y="611118"/>
                  <a:pt x="5572324" y="625027"/>
                </a:cubicBezTo>
                <a:lnTo>
                  <a:pt x="5556903" y="628786"/>
                </a:lnTo>
                <a:lnTo>
                  <a:pt x="5553544" y="627847"/>
                </a:lnTo>
                <a:lnTo>
                  <a:pt x="5526889" y="632098"/>
                </a:lnTo>
                <a:lnTo>
                  <a:pt x="5521078" y="637584"/>
                </a:lnTo>
                <a:lnTo>
                  <a:pt x="5512534" y="637267"/>
                </a:lnTo>
                <a:cubicBezTo>
                  <a:pt x="5504747" y="639009"/>
                  <a:pt x="5481345" y="646244"/>
                  <a:pt x="5474353" y="648039"/>
                </a:cubicBezTo>
                <a:lnTo>
                  <a:pt x="5470584" y="648039"/>
                </a:lnTo>
                <a:lnTo>
                  <a:pt x="5467496" y="650003"/>
                </a:lnTo>
                <a:lnTo>
                  <a:pt x="5462885" y="649269"/>
                </a:lnTo>
                <a:lnTo>
                  <a:pt x="5461190" y="650833"/>
                </a:lnTo>
                <a:lnTo>
                  <a:pt x="5438256" y="650162"/>
                </a:lnTo>
                <a:lnTo>
                  <a:pt x="5425515" y="650724"/>
                </a:lnTo>
                <a:lnTo>
                  <a:pt x="5399851" y="648648"/>
                </a:lnTo>
                <a:lnTo>
                  <a:pt x="5395578" y="651245"/>
                </a:lnTo>
                <a:lnTo>
                  <a:pt x="5357693" y="652764"/>
                </a:lnTo>
                <a:cubicBezTo>
                  <a:pt x="5357603" y="653244"/>
                  <a:pt x="5357512" y="653723"/>
                  <a:pt x="5357422" y="654203"/>
                </a:cubicBezTo>
                <a:lnTo>
                  <a:pt x="5347920" y="660769"/>
                </a:lnTo>
                <a:lnTo>
                  <a:pt x="5344829" y="661019"/>
                </a:lnTo>
                <a:cubicBezTo>
                  <a:pt x="5307153" y="665059"/>
                  <a:pt x="5332651" y="677514"/>
                  <a:pt x="5285263" y="671313"/>
                </a:cubicBezTo>
                <a:cubicBezTo>
                  <a:pt x="5280405" y="677746"/>
                  <a:pt x="5274454" y="678943"/>
                  <a:pt x="5264305" y="677803"/>
                </a:cubicBezTo>
                <a:cubicBezTo>
                  <a:pt x="5246014" y="680189"/>
                  <a:pt x="5247969" y="694161"/>
                  <a:pt x="5229182" y="688503"/>
                </a:cubicBezTo>
                <a:cubicBezTo>
                  <a:pt x="5232786" y="695611"/>
                  <a:pt x="5194630" y="696876"/>
                  <a:pt x="5203382" y="703484"/>
                </a:cubicBezTo>
                <a:cubicBezTo>
                  <a:pt x="5191747" y="712293"/>
                  <a:pt x="5185418" y="701775"/>
                  <a:pt x="5173833" y="709660"/>
                </a:cubicBezTo>
                <a:cubicBezTo>
                  <a:pt x="5160556" y="713156"/>
                  <a:pt x="5181164" y="700314"/>
                  <a:pt x="5166382" y="702062"/>
                </a:cubicBezTo>
                <a:cubicBezTo>
                  <a:pt x="5152981" y="704685"/>
                  <a:pt x="5149341" y="697471"/>
                  <a:pt x="5142858" y="702153"/>
                </a:cubicBezTo>
                <a:cubicBezTo>
                  <a:pt x="5140697" y="703712"/>
                  <a:pt x="5138223" y="706594"/>
                  <a:pt x="5134964" y="711602"/>
                </a:cubicBezTo>
                <a:cubicBezTo>
                  <a:pt x="5116062" y="710281"/>
                  <a:pt x="5112766" y="718879"/>
                  <a:pt x="5087368" y="727066"/>
                </a:cubicBezTo>
                <a:cubicBezTo>
                  <a:pt x="5076462" y="724359"/>
                  <a:pt x="5067967" y="727957"/>
                  <a:pt x="5059763" y="733651"/>
                </a:cubicBezTo>
                <a:cubicBezTo>
                  <a:pt x="5047285" y="735133"/>
                  <a:pt x="5035444" y="738447"/>
                  <a:pt x="5023240" y="742299"/>
                </a:cubicBezTo>
                <a:lnTo>
                  <a:pt x="5007406" y="747156"/>
                </a:lnTo>
                <a:lnTo>
                  <a:pt x="4995851" y="746560"/>
                </a:lnTo>
                <a:cubicBezTo>
                  <a:pt x="4991224" y="747463"/>
                  <a:pt x="4986919" y="747840"/>
                  <a:pt x="4983107" y="748274"/>
                </a:cubicBezTo>
                <a:lnTo>
                  <a:pt x="4973068" y="750600"/>
                </a:lnTo>
                <a:lnTo>
                  <a:pt x="4967642" y="756164"/>
                </a:lnTo>
                <a:lnTo>
                  <a:pt x="4958938" y="756308"/>
                </a:lnTo>
                <a:lnTo>
                  <a:pt x="4949594" y="761504"/>
                </a:lnTo>
                <a:lnTo>
                  <a:pt x="4947761" y="759559"/>
                </a:lnTo>
                <a:lnTo>
                  <a:pt x="4939683" y="757589"/>
                </a:lnTo>
                <a:lnTo>
                  <a:pt x="4905733" y="776774"/>
                </a:lnTo>
                <a:cubicBezTo>
                  <a:pt x="4896707" y="781329"/>
                  <a:pt x="4889057" y="783325"/>
                  <a:pt x="4885524" y="784914"/>
                </a:cubicBezTo>
                <a:lnTo>
                  <a:pt x="4884537" y="786309"/>
                </a:lnTo>
                <a:lnTo>
                  <a:pt x="4863207" y="792997"/>
                </a:lnTo>
                <a:lnTo>
                  <a:pt x="4857388" y="798678"/>
                </a:lnTo>
                <a:cubicBezTo>
                  <a:pt x="4843193" y="806581"/>
                  <a:pt x="4824167" y="805577"/>
                  <a:pt x="4816499" y="818246"/>
                </a:cubicBezTo>
                <a:cubicBezTo>
                  <a:pt x="4812647" y="821244"/>
                  <a:pt x="4808821" y="822962"/>
                  <a:pt x="4805033" y="823877"/>
                </a:cubicBezTo>
                <a:lnTo>
                  <a:pt x="4794341" y="824641"/>
                </a:lnTo>
                <a:lnTo>
                  <a:pt x="4791139" y="821265"/>
                </a:lnTo>
                <a:lnTo>
                  <a:pt x="4784697" y="823709"/>
                </a:lnTo>
                <a:lnTo>
                  <a:pt x="4782810" y="823507"/>
                </a:lnTo>
                <a:cubicBezTo>
                  <a:pt x="4779205" y="823102"/>
                  <a:pt x="4775651" y="822843"/>
                  <a:pt x="4772164" y="823203"/>
                </a:cubicBezTo>
                <a:cubicBezTo>
                  <a:pt x="4777656" y="842476"/>
                  <a:pt x="4743396" y="829438"/>
                  <a:pt x="4753756" y="843711"/>
                </a:cubicBezTo>
                <a:cubicBezTo>
                  <a:pt x="4735544" y="849041"/>
                  <a:pt x="4750178" y="861228"/>
                  <a:pt x="4727551" y="851537"/>
                </a:cubicBezTo>
                <a:cubicBezTo>
                  <a:pt x="4699946" y="874427"/>
                  <a:pt x="4652821" y="902023"/>
                  <a:pt x="4631760" y="932126"/>
                </a:cubicBezTo>
                <a:cubicBezTo>
                  <a:pt x="4606537" y="943038"/>
                  <a:pt x="4602512" y="938987"/>
                  <a:pt x="4584082" y="949940"/>
                </a:cubicBezTo>
                <a:cubicBezTo>
                  <a:pt x="4584818" y="973908"/>
                  <a:pt x="4539784" y="951314"/>
                  <a:pt x="4523312" y="974005"/>
                </a:cubicBezTo>
                <a:lnTo>
                  <a:pt x="4463504" y="996548"/>
                </a:lnTo>
                <a:lnTo>
                  <a:pt x="4452680" y="1008042"/>
                </a:lnTo>
                <a:lnTo>
                  <a:pt x="4445284" y="1009976"/>
                </a:lnTo>
                <a:lnTo>
                  <a:pt x="4407084" y="1025274"/>
                </a:lnTo>
                <a:lnTo>
                  <a:pt x="4398766" y="1022420"/>
                </a:lnTo>
                <a:lnTo>
                  <a:pt x="4397057" y="1020283"/>
                </a:lnTo>
                <a:lnTo>
                  <a:pt x="4386552" y="1024409"/>
                </a:lnTo>
                <a:lnTo>
                  <a:pt x="4377324" y="1023587"/>
                </a:lnTo>
                <a:lnTo>
                  <a:pt x="4370923" y="1028513"/>
                </a:lnTo>
                <a:lnTo>
                  <a:pt x="4360023" y="1029711"/>
                </a:lnTo>
                <a:cubicBezTo>
                  <a:pt x="4355937" y="1029719"/>
                  <a:pt x="4351336" y="1029614"/>
                  <a:pt x="4346335" y="1029999"/>
                </a:cubicBezTo>
                <a:lnTo>
                  <a:pt x="4334175" y="1028124"/>
                </a:lnTo>
                <a:lnTo>
                  <a:pt x="4316842" y="1031192"/>
                </a:lnTo>
                <a:cubicBezTo>
                  <a:pt x="4303471" y="1033665"/>
                  <a:pt x="4290547" y="1035645"/>
                  <a:pt x="4277163" y="1035732"/>
                </a:cubicBezTo>
                <a:cubicBezTo>
                  <a:pt x="4267809" y="1040481"/>
                  <a:pt x="4258392" y="1043112"/>
                  <a:pt x="4247171" y="1039212"/>
                </a:cubicBezTo>
                <a:cubicBezTo>
                  <a:pt x="4219321" y="1044529"/>
                  <a:pt x="4214817" y="1052707"/>
                  <a:pt x="4194968" y="1049296"/>
                </a:cubicBezTo>
                <a:cubicBezTo>
                  <a:pt x="4190926" y="1053911"/>
                  <a:pt x="4187967" y="1056500"/>
                  <a:pt x="4185496" y="1057811"/>
                </a:cubicBezTo>
                <a:cubicBezTo>
                  <a:pt x="4178081" y="1061743"/>
                  <a:pt x="4175081" y="1054170"/>
                  <a:pt x="4160588" y="1055289"/>
                </a:cubicBezTo>
                <a:cubicBezTo>
                  <a:pt x="4144737" y="1055386"/>
                  <a:pt x="4168066" y="1044910"/>
                  <a:pt x="4153601" y="1046911"/>
                </a:cubicBezTo>
                <a:cubicBezTo>
                  <a:pt x="4140408" y="1053461"/>
                  <a:pt x="4134952" y="1042305"/>
                  <a:pt x="4121597" y="1049768"/>
                </a:cubicBezTo>
                <a:cubicBezTo>
                  <a:pt x="4130078" y="1057306"/>
                  <a:pt x="4089547" y="1054328"/>
                  <a:pt x="4092519" y="1061793"/>
                </a:cubicBezTo>
                <a:cubicBezTo>
                  <a:pt x="4073305" y="1054083"/>
                  <a:pt x="4073723" y="1068186"/>
                  <a:pt x="4054082" y="1068526"/>
                </a:cubicBezTo>
                <a:cubicBezTo>
                  <a:pt x="4043475" y="1066267"/>
                  <a:pt x="4037035" y="1066795"/>
                  <a:pt x="4031133" y="1072650"/>
                </a:cubicBezTo>
                <a:cubicBezTo>
                  <a:pt x="3981712" y="1061225"/>
                  <a:pt x="4007226" y="1076435"/>
                  <a:pt x="3966873" y="1076267"/>
                </a:cubicBezTo>
                <a:lnTo>
                  <a:pt x="3963573" y="1076172"/>
                </a:lnTo>
                <a:lnTo>
                  <a:pt x="3952740" y="1081643"/>
                </a:lnTo>
                <a:cubicBezTo>
                  <a:pt x="3952588" y="1082109"/>
                  <a:pt x="3952435" y="1082575"/>
                  <a:pt x="3952284" y="1083043"/>
                </a:cubicBezTo>
                <a:lnTo>
                  <a:pt x="3912008" y="1080346"/>
                </a:lnTo>
                <a:lnTo>
                  <a:pt x="3907178" y="1082452"/>
                </a:lnTo>
                <a:lnTo>
                  <a:pt x="3880262" y="1077541"/>
                </a:lnTo>
                <a:lnTo>
                  <a:pt x="3866711" y="1076684"/>
                </a:lnTo>
                <a:lnTo>
                  <a:pt x="3842517" y="1073470"/>
                </a:lnTo>
                <a:lnTo>
                  <a:pt x="3840538" y="1074837"/>
                </a:lnTo>
                <a:lnTo>
                  <a:pt x="3835745" y="1073596"/>
                </a:lnTo>
                <a:lnTo>
                  <a:pt x="3832245" y="1075205"/>
                </a:lnTo>
                <a:lnTo>
                  <a:pt x="3828256" y="1074786"/>
                </a:lnTo>
                <a:cubicBezTo>
                  <a:pt x="3820644" y="1075794"/>
                  <a:pt x="3795021" y="1080386"/>
                  <a:pt x="3786574" y="1081253"/>
                </a:cubicBezTo>
                <a:lnTo>
                  <a:pt x="3777568" y="1079989"/>
                </a:lnTo>
                <a:lnTo>
                  <a:pt x="3770769" y="1084796"/>
                </a:lnTo>
                <a:lnTo>
                  <a:pt x="3742056" y="1086062"/>
                </a:lnTo>
                <a:lnTo>
                  <a:pt x="3732135" y="1082300"/>
                </a:lnTo>
                <a:lnTo>
                  <a:pt x="3722961" y="1079602"/>
                </a:lnTo>
                <a:lnTo>
                  <a:pt x="3721773" y="1079610"/>
                </a:lnTo>
                <a:lnTo>
                  <a:pt x="3709837" y="1079694"/>
                </a:lnTo>
                <a:lnTo>
                  <a:pt x="3687629" y="1079849"/>
                </a:lnTo>
                <a:cubicBezTo>
                  <a:pt x="3673456" y="1080105"/>
                  <a:pt x="3659080" y="1080912"/>
                  <a:pt x="3644574" y="1083439"/>
                </a:cubicBezTo>
                <a:cubicBezTo>
                  <a:pt x="3589095" y="1070946"/>
                  <a:pt x="3593887" y="1069803"/>
                  <a:pt x="3547156" y="1066356"/>
                </a:cubicBezTo>
                <a:cubicBezTo>
                  <a:pt x="3524419" y="1052844"/>
                  <a:pt x="3435948" y="1076852"/>
                  <a:pt x="3408831" y="1075438"/>
                </a:cubicBezTo>
                <a:cubicBezTo>
                  <a:pt x="3341934" y="1084022"/>
                  <a:pt x="3199862" y="1123979"/>
                  <a:pt x="3114039" y="1109327"/>
                </a:cubicBezTo>
                <a:cubicBezTo>
                  <a:pt x="3092859" y="1111484"/>
                  <a:pt x="3063890" y="1116528"/>
                  <a:pt x="3051319" y="1116688"/>
                </a:cubicBezTo>
                <a:lnTo>
                  <a:pt x="3010058" y="1118821"/>
                </a:lnTo>
                <a:lnTo>
                  <a:pt x="2941155" y="1141827"/>
                </a:lnTo>
                <a:cubicBezTo>
                  <a:pt x="2906040" y="1127149"/>
                  <a:pt x="2906331" y="1144134"/>
                  <a:pt x="2862733" y="1149849"/>
                </a:cubicBezTo>
                <a:cubicBezTo>
                  <a:pt x="2846732" y="1145242"/>
                  <a:pt x="2772044" y="1145386"/>
                  <a:pt x="2762853" y="1155888"/>
                </a:cubicBezTo>
                <a:cubicBezTo>
                  <a:pt x="2752600" y="1158438"/>
                  <a:pt x="2740554" y="1155224"/>
                  <a:pt x="2735957" y="1166296"/>
                </a:cubicBezTo>
                <a:cubicBezTo>
                  <a:pt x="2728293" y="1179691"/>
                  <a:pt x="2692123" y="1160594"/>
                  <a:pt x="2697453" y="1175920"/>
                </a:cubicBezTo>
                <a:cubicBezTo>
                  <a:pt x="2671775" y="1162864"/>
                  <a:pt x="2651911" y="1191050"/>
                  <a:pt x="2630587" y="1198561"/>
                </a:cubicBezTo>
                <a:cubicBezTo>
                  <a:pt x="2610325" y="1198229"/>
                  <a:pt x="2600793" y="1205603"/>
                  <a:pt x="2554087" y="1210615"/>
                </a:cubicBezTo>
                <a:cubicBezTo>
                  <a:pt x="2531792" y="1195398"/>
                  <a:pt x="2507411" y="1222739"/>
                  <a:pt x="2466063" y="1202949"/>
                </a:cubicBezTo>
                <a:cubicBezTo>
                  <a:pt x="2464801" y="1205165"/>
                  <a:pt x="2452486" y="1203160"/>
                  <a:pt x="2417946" y="1202719"/>
                </a:cubicBezTo>
                <a:cubicBezTo>
                  <a:pt x="2383405" y="1202277"/>
                  <a:pt x="2310873" y="1202063"/>
                  <a:pt x="2258819" y="1200304"/>
                </a:cubicBezTo>
                <a:cubicBezTo>
                  <a:pt x="2199732" y="1200698"/>
                  <a:pt x="2226373" y="1222055"/>
                  <a:pt x="2148771" y="1198564"/>
                </a:cubicBezTo>
                <a:cubicBezTo>
                  <a:pt x="2142871" y="1211179"/>
                  <a:pt x="2133698" y="1212428"/>
                  <a:pt x="2117137" y="1207800"/>
                </a:cubicBezTo>
                <a:cubicBezTo>
                  <a:pt x="2088573" y="1208890"/>
                  <a:pt x="2095766" y="1239016"/>
                  <a:pt x="2064067" y="1222897"/>
                </a:cubicBezTo>
                <a:cubicBezTo>
                  <a:pt x="2043442" y="1230104"/>
                  <a:pt x="2024354" y="1222318"/>
                  <a:pt x="2011154" y="1227589"/>
                </a:cubicBezTo>
                <a:lnTo>
                  <a:pt x="1967562" y="1238053"/>
                </a:lnTo>
                <a:cubicBezTo>
                  <a:pt x="1943445" y="1241153"/>
                  <a:pt x="1936681" y="1218694"/>
                  <a:pt x="1925305" y="1239652"/>
                </a:cubicBezTo>
                <a:lnTo>
                  <a:pt x="1903633" y="1234971"/>
                </a:lnTo>
                <a:lnTo>
                  <a:pt x="1878608" y="1229903"/>
                </a:lnTo>
                <a:cubicBezTo>
                  <a:pt x="1865432" y="1226444"/>
                  <a:pt x="1871623" y="1230353"/>
                  <a:pt x="1843617" y="1224887"/>
                </a:cubicBezTo>
                <a:cubicBezTo>
                  <a:pt x="1825673" y="1239930"/>
                  <a:pt x="1796410" y="1228866"/>
                  <a:pt x="1749265" y="1228560"/>
                </a:cubicBezTo>
                <a:lnTo>
                  <a:pt x="1650050" y="1231064"/>
                </a:lnTo>
                <a:lnTo>
                  <a:pt x="1625906" y="1240466"/>
                </a:lnTo>
                <a:cubicBezTo>
                  <a:pt x="1625817" y="1241492"/>
                  <a:pt x="1625727" y="1242517"/>
                  <a:pt x="1625638" y="1243542"/>
                </a:cubicBezTo>
                <a:lnTo>
                  <a:pt x="1621994" y="1248302"/>
                </a:lnTo>
                <a:lnTo>
                  <a:pt x="1615654" y="1259137"/>
                </a:lnTo>
                <a:lnTo>
                  <a:pt x="1602888" y="1274010"/>
                </a:lnTo>
                <a:lnTo>
                  <a:pt x="1602366" y="1273557"/>
                </a:lnTo>
                <a:cubicBezTo>
                  <a:pt x="1600947" y="1272861"/>
                  <a:pt x="1599436" y="1272961"/>
                  <a:pt x="1597689" y="1274721"/>
                </a:cubicBezTo>
                <a:cubicBezTo>
                  <a:pt x="1591684" y="1275620"/>
                  <a:pt x="1573440" y="1275786"/>
                  <a:pt x="1566332" y="1278948"/>
                </a:cubicBezTo>
                <a:cubicBezTo>
                  <a:pt x="1562852" y="1283954"/>
                  <a:pt x="1559075" y="1288927"/>
                  <a:pt x="1555040" y="1293696"/>
                </a:cubicBezTo>
                <a:lnTo>
                  <a:pt x="1552558" y="1296317"/>
                </a:lnTo>
                <a:lnTo>
                  <a:pt x="1552423" y="1296224"/>
                </a:lnTo>
                <a:cubicBezTo>
                  <a:pt x="1551698" y="1296488"/>
                  <a:pt x="1550811" y="1297233"/>
                  <a:pt x="1549631" y="1298702"/>
                </a:cubicBezTo>
                <a:lnTo>
                  <a:pt x="1518013" y="1301677"/>
                </a:lnTo>
                <a:cubicBezTo>
                  <a:pt x="1503101" y="1308697"/>
                  <a:pt x="1491274" y="1300153"/>
                  <a:pt x="1479156" y="1316098"/>
                </a:cubicBezTo>
                <a:cubicBezTo>
                  <a:pt x="1465186" y="1322615"/>
                  <a:pt x="1452185" y="1322947"/>
                  <a:pt x="1441079" y="1332684"/>
                </a:cubicBezTo>
                <a:cubicBezTo>
                  <a:pt x="1435555" y="1330684"/>
                  <a:pt x="1430746" y="1331145"/>
                  <a:pt x="1427483" y="1339810"/>
                </a:cubicBezTo>
                <a:cubicBezTo>
                  <a:pt x="1414128" y="1344023"/>
                  <a:pt x="1409403" y="1336269"/>
                  <a:pt x="1402408" y="1347572"/>
                </a:cubicBezTo>
                <a:cubicBezTo>
                  <a:pt x="1392551" y="1336117"/>
                  <a:pt x="1393098" y="1342070"/>
                  <a:pt x="1390401" y="1348064"/>
                </a:cubicBezTo>
                <a:lnTo>
                  <a:pt x="1389965" y="1348612"/>
                </a:lnTo>
                <a:lnTo>
                  <a:pt x="1388601" y="1346953"/>
                </a:lnTo>
                <a:lnTo>
                  <a:pt x="1380844" y="1350384"/>
                </a:lnTo>
                <a:lnTo>
                  <a:pt x="1378861" y="1352221"/>
                </a:lnTo>
                <a:cubicBezTo>
                  <a:pt x="1377460" y="1353281"/>
                  <a:pt x="1376483" y="1353720"/>
                  <a:pt x="1375758" y="1353731"/>
                </a:cubicBezTo>
                <a:lnTo>
                  <a:pt x="1375650" y="1353592"/>
                </a:lnTo>
                <a:lnTo>
                  <a:pt x="1372804" y="1355351"/>
                </a:lnTo>
                <a:cubicBezTo>
                  <a:pt x="1368066" y="1358724"/>
                  <a:pt x="1363523" y="1362386"/>
                  <a:pt x="1359249" y="1366189"/>
                </a:cubicBezTo>
                <a:cubicBezTo>
                  <a:pt x="1355111" y="1360199"/>
                  <a:pt x="1345759" y="1369902"/>
                  <a:pt x="1340780" y="1366894"/>
                </a:cubicBezTo>
                <a:lnTo>
                  <a:pt x="1337816" y="1359128"/>
                </a:lnTo>
                <a:lnTo>
                  <a:pt x="1335560" y="1360910"/>
                </a:lnTo>
                <a:lnTo>
                  <a:pt x="1331292" y="1365723"/>
                </a:lnTo>
                <a:cubicBezTo>
                  <a:pt x="1330626" y="1366376"/>
                  <a:pt x="1330143" y="1366473"/>
                  <a:pt x="1329826" y="1365581"/>
                </a:cubicBezTo>
                <a:cubicBezTo>
                  <a:pt x="1327198" y="1366438"/>
                  <a:pt x="1318609" y="1370320"/>
                  <a:pt x="1315524" y="1370869"/>
                </a:cubicBezTo>
                <a:lnTo>
                  <a:pt x="1311310" y="1368878"/>
                </a:lnTo>
                <a:lnTo>
                  <a:pt x="1309448" y="1368851"/>
                </a:lnTo>
                <a:lnTo>
                  <a:pt x="1301298" y="1377498"/>
                </a:lnTo>
                <a:lnTo>
                  <a:pt x="1296925" y="1380996"/>
                </a:lnTo>
                <a:lnTo>
                  <a:pt x="1269267" y="1411589"/>
                </a:lnTo>
                <a:lnTo>
                  <a:pt x="1221707" y="1427353"/>
                </a:lnTo>
                <a:cubicBezTo>
                  <a:pt x="1207203" y="1448075"/>
                  <a:pt x="1174765" y="1420621"/>
                  <a:pt x="1173283" y="1444522"/>
                </a:cubicBezTo>
                <a:cubicBezTo>
                  <a:pt x="1158285" y="1453361"/>
                  <a:pt x="1155560" y="1448889"/>
                  <a:pt x="1135382" y="1456933"/>
                </a:cubicBezTo>
                <a:cubicBezTo>
                  <a:pt x="1116745" y="1484511"/>
                  <a:pt x="1078431" y="1506705"/>
                  <a:pt x="1055416" y="1526389"/>
                </a:cubicBezTo>
                <a:cubicBezTo>
                  <a:pt x="1038974" y="1514246"/>
                  <a:pt x="1049103" y="1527982"/>
                  <a:pt x="1034752" y="1531257"/>
                </a:cubicBezTo>
                <a:cubicBezTo>
                  <a:pt x="1041441" y="1546591"/>
                  <a:pt x="1016408" y="1529831"/>
                  <a:pt x="1018956" y="1549595"/>
                </a:cubicBezTo>
                <a:cubicBezTo>
                  <a:pt x="1016264" y="1549565"/>
                  <a:pt x="1013575" y="1548913"/>
                  <a:pt x="1010858" y="1548110"/>
                </a:cubicBezTo>
                <a:lnTo>
                  <a:pt x="1009435" y="1547700"/>
                </a:lnTo>
                <a:lnTo>
                  <a:pt x="1004312" y="1549413"/>
                </a:lnTo>
                <a:lnTo>
                  <a:pt x="1002155" y="1545703"/>
                </a:lnTo>
                <a:lnTo>
                  <a:pt x="993932" y="1545275"/>
                </a:lnTo>
                <a:cubicBezTo>
                  <a:pt x="990963" y="1545764"/>
                  <a:pt x="987897" y="1547047"/>
                  <a:pt x="984702" y="1549599"/>
                </a:cubicBezTo>
                <a:cubicBezTo>
                  <a:pt x="977771" y="1561338"/>
                  <a:pt x="963339" y="1558228"/>
                  <a:pt x="951832" y="1564506"/>
                </a:cubicBezTo>
                <a:lnTo>
                  <a:pt x="946909" y="1569506"/>
                </a:lnTo>
                <a:lnTo>
                  <a:pt x="930061" y="1573784"/>
                </a:lnTo>
                <a:lnTo>
                  <a:pt x="929189" y="1575061"/>
                </a:lnTo>
                <a:cubicBezTo>
                  <a:pt x="926358" y="1576248"/>
                  <a:pt x="920350" y="1577383"/>
                  <a:pt x="913074" y="1580907"/>
                </a:cubicBezTo>
                <a:lnTo>
                  <a:pt x="885532" y="1596205"/>
                </a:lnTo>
                <a:lnTo>
                  <a:pt x="879535" y="1593350"/>
                </a:lnTo>
                <a:lnTo>
                  <a:pt x="878302" y="1591213"/>
                </a:lnTo>
                <a:lnTo>
                  <a:pt x="870728" y="1595340"/>
                </a:lnTo>
                <a:lnTo>
                  <a:pt x="864075" y="1594517"/>
                </a:lnTo>
                <a:lnTo>
                  <a:pt x="859460" y="1599444"/>
                </a:lnTo>
                <a:lnTo>
                  <a:pt x="851601" y="1600641"/>
                </a:lnTo>
                <a:cubicBezTo>
                  <a:pt x="848654" y="1600649"/>
                  <a:pt x="845337" y="1600545"/>
                  <a:pt x="841730" y="1600929"/>
                </a:cubicBezTo>
                <a:lnTo>
                  <a:pt x="832963" y="1599055"/>
                </a:lnTo>
                <a:lnTo>
                  <a:pt x="820466" y="1602123"/>
                </a:lnTo>
                <a:cubicBezTo>
                  <a:pt x="810825" y="1604596"/>
                  <a:pt x="801507" y="1606575"/>
                  <a:pt x="791859" y="1606663"/>
                </a:cubicBezTo>
                <a:cubicBezTo>
                  <a:pt x="785113" y="1611411"/>
                  <a:pt x="778324" y="1614043"/>
                  <a:pt x="770233" y="1610142"/>
                </a:cubicBezTo>
                <a:cubicBezTo>
                  <a:pt x="750154" y="1615459"/>
                  <a:pt x="746906" y="1623638"/>
                  <a:pt x="732594" y="1620226"/>
                </a:cubicBezTo>
                <a:cubicBezTo>
                  <a:pt x="729681" y="1624842"/>
                  <a:pt x="727547" y="1627431"/>
                  <a:pt x="725765" y="1628741"/>
                </a:cubicBezTo>
                <a:cubicBezTo>
                  <a:pt x="720419" y="1632674"/>
                  <a:pt x="718256" y="1625100"/>
                  <a:pt x="707807" y="1626219"/>
                </a:cubicBezTo>
                <a:cubicBezTo>
                  <a:pt x="696378" y="1626316"/>
                  <a:pt x="713198" y="1615841"/>
                  <a:pt x="702769" y="1617842"/>
                </a:cubicBezTo>
                <a:cubicBezTo>
                  <a:pt x="693256" y="1624391"/>
                  <a:pt x="689323" y="1613235"/>
                  <a:pt x="679694" y="1620699"/>
                </a:cubicBezTo>
                <a:cubicBezTo>
                  <a:pt x="685809" y="1628237"/>
                  <a:pt x="656585" y="1625258"/>
                  <a:pt x="658729" y="1632723"/>
                </a:cubicBezTo>
                <a:cubicBezTo>
                  <a:pt x="644875" y="1625014"/>
                  <a:pt x="645176" y="1639116"/>
                  <a:pt x="631015" y="1639457"/>
                </a:cubicBezTo>
                <a:cubicBezTo>
                  <a:pt x="623368" y="1637197"/>
                  <a:pt x="618725" y="1637726"/>
                  <a:pt x="614469" y="1643580"/>
                </a:cubicBezTo>
                <a:cubicBezTo>
                  <a:pt x="578836" y="1632156"/>
                  <a:pt x="597232" y="1647365"/>
                  <a:pt x="568137" y="1647197"/>
                </a:cubicBezTo>
                <a:lnTo>
                  <a:pt x="565757" y="1647102"/>
                </a:lnTo>
                <a:lnTo>
                  <a:pt x="557947" y="1652573"/>
                </a:lnTo>
                <a:cubicBezTo>
                  <a:pt x="557837" y="1653040"/>
                  <a:pt x="557727" y="1653506"/>
                  <a:pt x="557617" y="1653973"/>
                </a:cubicBezTo>
                <a:lnTo>
                  <a:pt x="528578" y="1651276"/>
                </a:lnTo>
                <a:lnTo>
                  <a:pt x="525096" y="1653383"/>
                </a:lnTo>
                <a:lnTo>
                  <a:pt x="505689" y="1648471"/>
                </a:lnTo>
                <a:lnTo>
                  <a:pt x="495919" y="1647615"/>
                </a:lnTo>
                <a:lnTo>
                  <a:pt x="478476" y="1644401"/>
                </a:lnTo>
                <a:lnTo>
                  <a:pt x="477049" y="1645767"/>
                </a:lnTo>
                <a:lnTo>
                  <a:pt x="473592" y="1644526"/>
                </a:lnTo>
                <a:lnTo>
                  <a:pt x="471069" y="1646136"/>
                </a:lnTo>
                <a:lnTo>
                  <a:pt x="468193" y="1645716"/>
                </a:lnTo>
                <a:cubicBezTo>
                  <a:pt x="462704" y="1646724"/>
                  <a:pt x="444230" y="1651316"/>
                  <a:pt x="438139" y="1652183"/>
                </a:cubicBezTo>
                <a:lnTo>
                  <a:pt x="431647" y="1650919"/>
                </a:lnTo>
                <a:lnTo>
                  <a:pt x="426745" y="1655727"/>
                </a:lnTo>
                <a:lnTo>
                  <a:pt x="406042" y="1656992"/>
                </a:lnTo>
                <a:lnTo>
                  <a:pt x="398889" y="1653230"/>
                </a:lnTo>
                <a:lnTo>
                  <a:pt x="392275" y="1650533"/>
                </a:lnTo>
                <a:lnTo>
                  <a:pt x="391417" y="1650540"/>
                </a:lnTo>
                <a:lnTo>
                  <a:pt x="382811" y="1650624"/>
                </a:lnTo>
                <a:lnTo>
                  <a:pt x="366800" y="1650779"/>
                </a:lnTo>
                <a:cubicBezTo>
                  <a:pt x="356581" y="1651035"/>
                  <a:pt x="346216" y="1651842"/>
                  <a:pt x="335757" y="1654369"/>
                </a:cubicBezTo>
                <a:cubicBezTo>
                  <a:pt x="295757" y="1641876"/>
                  <a:pt x="299211" y="1640734"/>
                  <a:pt x="265518" y="1637286"/>
                </a:cubicBezTo>
                <a:cubicBezTo>
                  <a:pt x="249125" y="1623774"/>
                  <a:pt x="185336" y="1647782"/>
                  <a:pt x="165785" y="1646368"/>
                </a:cubicBezTo>
                <a:cubicBezTo>
                  <a:pt x="129610" y="1652806"/>
                  <a:pt x="62947" y="1676892"/>
                  <a:pt x="5771" y="1682351"/>
                </a:cubicBezTo>
                <a:lnTo>
                  <a:pt x="0" y="1682121"/>
                </a:lnTo>
                <a:lnTo>
                  <a:pt x="0" y="208540"/>
                </a:lnTo>
                <a:lnTo>
                  <a:pt x="1" y="20854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215" name="Freeform: Shape 8214">
            <a:extLst>
              <a:ext uri="{FF2B5EF4-FFF2-40B4-BE49-F238E27FC236}">
                <a16:creationId xmlns:a16="http://schemas.microsoft.com/office/drawing/2014/main" id="{048EB4C9-ACAF-4CCA-BA6E-931443192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5753" y="6027658"/>
            <a:ext cx="7906247" cy="830343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134285 w 6884912"/>
              <a:gd name="connsiteY78" fmla="*/ 235592 h 1161397"/>
              <a:gd name="connsiteX79" fmla="*/ 4220717 w 6884912"/>
              <a:gd name="connsiteY79" fmla="*/ 192946 h 1161397"/>
              <a:gd name="connsiteX80" fmla="*/ 4228802 w 6884912"/>
              <a:gd name="connsiteY80" fmla="*/ 201468 h 1161397"/>
              <a:gd name="connsiteX81" fmla="*/ 4289361 w 6884912"/>
              <a:gd name="connsiteY81" fmla="*/ 196642 h 1161397"/>
              <a:gd name="connsiteX82" fmla="*/ 4498913 w 6884912"/>
              <a:gd name="connsiteY82" fmla="*/ 118915 h 1161397"/>
              <a:gd name="connsiteX83" fmla="*/ 4617330 w 6884912"/>
              <a:gd name="connsiteY83" fmla="*/ 111163 h 1161397"/>
              <a:gd name="connsiteX84" fmla="*/ 4659778 w 6884912"/>
              <a:gd name="connsiteY84" fmla="*/ 118219 h 1161397"/>
              <a:gd name="connsiteX85" fmla="*/ 4730870 w 6884912"/>
              <a:gd name="connsiteY85" fmla="*/ 129432 h 1161397"/>
              <a:gd name="connsiteX86" fmla="*/ 4785037 w 6884912"/>
              <a:gd name="connsiteY86" fmla="*/ 161964 h 1161397"/>
              <a:gd name="connsiteX87" fmla="*/ 4844073 w 6884912"/>
              <a:gd name="connsiteY87" fmla="*/ 161768 h 1161397"/>
              <a:gd name="connsiteX88" fmla="*/ 4856454 w 6884912"/>
              <a:gd name="connsiteY88" fmla="*/ 130488 h 1161397"/>
              <a:gd name="connsiteX89" fmla="*/ 4920038 w 6884912"/>
              <a:gd name="connsiteY89" fmla="*/ 140418 h 1161397"/>
              <a:gd name="connsiteX90" fmla="*/ 5016639 w 6884912"/>
              <a:gd name="connsiteY90" fmla="*/ 158905 h 1161397"/>
              <a:gd name="connsiteX91" fmla="*/ 5072009 w 6884912"/>
              <a:gd name="connsiteY91" fmla="*/ 161502 h 1161397"/>
              <a:gd name="connsiteX92" fmla="*/ 5223626 w 6884912"/>
              <a:gd name="connsiteY92" fmla="*/ 177356 h 1161397"/>
              <a:gd name="connsiteX93" fmla="*/ 5375773 w 6884912"/>
              <a:gd name="connsiteY93" fmla="*/ 199913 h 1161397"/>
              <a:gd name="connsiteX94" fmla="*/ 5467502 w 6884912"/>
              <a:gd name="connsiteY94" fmla="*/ 250963 h 1161397"/>
              <a:gd name="connsiteX95" fmla="*/ 5592395 w 6884912"/>
              <a:gd name="connsiteY95" fmla="*/ 265434 h 1161397"/>
              <a:gd name="connsiteX96" fmla="*/ 5613532 w 6884912"/>
              <a:gd name="connsiteY96" fmla="*/ 273379 h 1161397"/>
              <a:gd name="connsiteX97" fmla="*/ 5642173 w 6884912"/>
              <a:gd name="connsiteY97" fmla="*/ 266904 h 1161397"/>
              <a:gd name="connsiteX98" fmla="*/ 5756910 w 6884912"/>
              <a:gd name="connsiteY98" fmla="*/ 239211 h 1161397"/>
              <a:gd name="connsiteX99" fmla="*/ 5846667 w 6884912"/>
              <a:gd name="connsiteY99" fmla="*/ 201786 h 1161397"/>
              <a:gd name="connsiteX100" fmla="*/ 5960732 w 6884912"/>
              <a:gd name="connsiteY100" fmla="*/ 220708 h 1161397"/>
              <a:gd name="connsiteX101" fmla="*/ 6029542 w 6884912"/>
              <a:gd name="connsiteY101" fmla="*/ 210339 h 1161397"/>
              <a:gd name="connsiteX102" fmla="*/ 6141123 w 6884912"/>
              <a:gd name="connsiteY102" fmla="*/ 159923 h 1161397"/>
              <a:gd name="connsiteX103" fmla="*/ 6290640 w 6884912"/>
              <a:gd name="connsiteY103" fmla="*/ 167441 h 1161397"/>
              <a:gd name="connsiteX104" fmla="*/ 6322806 w 6884912"/>
              <a:gd name="connsiteY104" fmla="*/ 213293 h 1161397"/>
              <a:gd name="connsiteX105" fmla="*/ 6364914 w 6884912"/>
              <a:gd name="connsiteY105" fmla="*/ 240140 h 1161397"/>
              <a:gd name="connsiteX106" fmla="*/ 6380420 w 6884912"/>
              <a:gd name="connsiteY106" fmla="*/ 173195 h 1161397"/>
              <a:gd name="connsiteX107" fmla="*/ 6507891 w 6884912"/>
              <a:gd name="connsiteY107" fmla="*/ 118474 h 1161397"/>
              <a:gd name="connsiteX108" fmla="*/ 6571807 w 6884912"/>
              <a:gd name="connsiteY108" fmla="*/ 98636 h 1161397"/>
              <a:gd name="connsiteX109" fmla="*/ 6671880 w 6884912"/>
              <a:gd name="connsiteY109" fmla="*/ 82931 h 1161397"/>
              <a:gd name="connsiteX110" fmla="*/ 6702266 w 6884912"/>
              <a:gd name="connsiteY110" fmla="*/ 75470 h 1161397"/>
              <a:gd name="connsiteX111" fmla="*/ 6845802 w 6884912"/>
              <a:gd name="connsiteY111" fmla="*/ 24496 h 1161397"/>
              <a:gd name="connsiteX112" fmla="*/ 6884912 w 6884912"/>
              <a:gd name="connsiteY112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220717 w 6884912"/>
              <a:gd name="connsiteY78" fmla="*/ 192946 h 1161397"/>
              <a:gd name="connsiteX79" fmla="*/ 4228802 w 6884912"/>
              <a:gd name="connsiteY79" fmla="*/ 201468 h 1161397"/>
              <a:gd name="connsiteX80" fmla="*/ 4289361 w 6884912"/>
              <a:gd name="connsiteY80" fmla="*/ 196642 h 1161397"/>
              <a:gd name="connsiteX81" fmla="*/ 4498913 w 6884912"/>
              <a:gd name="connsiteY81" fmla="*/ 118915 h 1161397"/>
              <a:gd name="connsiteX82" fmla="*/ 4617330 w 6884912"/>
              <a:gd name="connsiteY82" fmla="*/ 111163 h 1161397"/>
              <a:gd name="connsiteX83" fmla="*/ 4659778 w 6884912"/>
              <a:gd name="connsiteY83" fmla="*/ 118219 h 1161397"/>
              <a:gd name="connsiteX84" fmla="*/ 4730870 w 6884912"/>
              <a:gd name="connsiteY84" fmla="*/ 129432 h 1161397"/>
              <a:gd name="connsiteX85" fmla="*/ 4785037 w 6884912"/>
              <a:gd name="connsiteY85" fmla="*/ 161964 h 1161397"/>
              <a:gd name="connsiteX86" fmla="*/ 4844073 w 6884912"/>
              <a:gd name="connsiteY86" fmla="*/ 161768 h 1161397"/>
              <a:gd name="connsiteX87" fmla="*/ 4856454 w 6884912"/>
              <a:gd name="connsiteY87" fmla="*/ 130488 h 1161397"/>
              <a:gd name="connsiteX88" fmla="*/ 4920038 w 6884912"/>
              <a:gd name="connsiteY88" fmla="*/ 140418 h 1161397"/>
              <a:gd name="connsiteX89" fmla="*/ 5016639 w 6884912"/>
              <a:gd name="connsiteY89" fmla="*/ 158905 h 1161397"/>
              <a:gd name="connsiteX90" fmla="*/ 5072009 w 6884912"/>
              <a:gd name="connsiteY90" fmla="*/ 161502 h 1161397"/>
              <a:gd name="connsiteX91" fmla="*/ 5223626 w 6884912"/>
              <a:gd name="connsiteY91" fmla="*/ 177356 h 1161397"/>
              <a:gd name="connsiteX92" fmla="*/ 5375773 w 6884912"/>
              <a:gd name="connsiteY92" fmla="*/ 199913 h 1161397"/>
              <a:gd name="connsiteX93" fmla="*/ 5467502 w 6884912"/>
              <a:gd name="connsiteY93" fmla="*/ 250963 h 1161397"/>
              <a:gd name="connsiteX94" fmla="*/ 5592395 w 6884912"/>
              <a:gd name="connsiteY94" fmla="*/ 265434 h 1161397"/>
              <a:gd name="connsiteX95" fmla="*/ 5613532 w 6884912"/>
              <a:gd name="connsiteY95" fmla="*/ 273379 h 1161397"/>
              <a:gd name="connsiteX96" fmla="*/ 5642173 w 6884912"/>
              <a:gd name="connsiteY96" fmla="*/ 266904 h 1161397"/>
              <a:gd name="connsiteX97" fmla="*/ 5756910 w 6884912"/>
              <a:gd name="connsiteY97" fmla="*/ 239211 h 1161397"/>
              <a:gd name="connsiteX98" fmla="*/ 5846667 w 6884912"/>
              <a:gd name="connsiteY98" fmla="*/ 201786 h 1161397"/>
              <a:gd name="connsiteX99" fmla="*/ 5960732 w 6884912"/>
              <a:gd name="connsiteY99" fmla="*/ 220708 h 1161397"/>
              <a:gd name="connsiteX100" fmla="*/ 6029542 w 6884912"/>
              <a:gd name="connsiteY100" fmla="*/ 210339 h 1161397"/>
              <a:gd name="connsiteX101" fmla="*/ 6141123 w 6884912"/>
              <a:gd name="connsiteY101" fmla="*/ 159923 h 1161397"/>
              <a:gd name="connsiteX102" fmla="*/ 6290640 w 6884912"/>
              <a:gd name="connsiteY102" fmla="*/ 167441 h 1161397"/>
              <a:gd name="connsiteX103" fmla="*/ 6322806 w 6884912"/>
              <a:gd name="connsiteY103" fmla="*/ 213293 h 1161397"/>
              <a:gd name="connsiteX104" fmla="*/ 6364914 w 6884912"/>
              <a:gd name="connsiteY104" fmla="*/ 240140 h 1161397"/>
              <a:gd name="connsiteX105" fmla="*/ 6380420 w 6884912"/>
              <a:gd name="connsiteY105" fmla="*/ 173195 h 1161397"/>
              <a:gd name="connsiteX106" fmla="*/ 6507891 w 6884912"/>
              <a:gd name="connsiteY106" fmla="*/ 118474 h 1161397"/>
              <a:gd name="connsiteX107" fmla="*/ 6571807 w 6884912"/>
              <a:gd name="connsiteY107" fmla="*/ 98636 h 1161397"/>
              <a:gd name="connsiteX108" fmla="*/ 6671880 w 6884912"/>
              <a:gd name="connsiteY108" fmla="*/ 82931 h 1161397"/>
              <a:gd name="connsiteX109" fmla="*/ 6702266 w 6884912"/>
              <a:gd name="connsiteY109" fmla="*/ 75470 h 1161397"/>
              <a:gd name="connsiteX110" fmla="*/ 6845802 w 6884912"/>
              <a:gd name="connsiteY110" fmla="*/ 24496 h 1161397"/>
              <a:gd name="connsiteX111" fmla="*/ 6884912 w 6884912"/>
              <a:gd name="connsiteY111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287859 w 6884912"/>
              <a:gd name="connsiteY60" fmla="*/ 287558 h 1161397"/>
              <a:gd name="connsiteX61" fmla="*/ 3510042 w 6884912"/>
              <a:gd name="connsiteY61" fmla="*/ 311820 h 1161397"/>
              <a:gd name="connsiteX62" fmla="*/ 3626773 w 6884912"/>
              <a:gd name="connsiteY62" fmla="*/ 290452 h 1161397"/>
              <a:gd name="connsiteX63" fmla="*/ 3666217 w 6884912"/>
              <a:gd name="connsiteY63" fmla="*/ 273255 h 1161397"/>
              <a:gd name="connsiteX64" fmla="*/ 3732427 w 6884912"/>
              <a:gd name="connsiteY64" fmla="*/ 245039 h 1161397"/>
              <a:gd name="connsiteX65" fmla="*/ 3777022 w 6884912"/>
              <a:gd name="connsiteY65" fmla="*/ 200276 h 1161397"/>
              <a:gd name="connsiteX66" fmla="*/ 3791246 w 6884912"/>
              <a:gd name="connsiteY66" fmla="*/ 189996 h 1161397"/>
              <a:gd name="connsiteX67" fmla="*/ 3819864 w 6884912"/>
              <a:gd name="connsiteY67" fmla="*/ 194605 h 1161397"/>
              <a:gd name="connsiteX68" fmla="*/ 3830398 w 6884912"/>
              <a:gd name="connsiteY68" fmla="*/ 188383 h 1161397"/>
              <a:gd name="connsiteX69" fmla="*/ 3834360 w 6884912"/>
              <a:gd name="connsiteY69" fmla="*/ 188992 h 1161397"/>
              <a:gd name="connsiteX70" fmla="*/ 3843715 w 6884912"/>
              <a:gd name="connsiteY70" fmla="*/ 188752 h 1161397"/>
              <a:gd name="connsiteX71" fmla="*/ 3842609 w 6884912"/>
              <a:gd name="connsiteY71" fmla="*/ 197386 h 1161397"/>
              <a:gd name="connsiteX72" fmla="*/ 3853961 w 6884912"/>
              <a:gd name="connsiteY72" fmla="*/ 213380 h 1161397"/>
              <a:gd name="connsiteX73" fmla="*/ 3907640 w 6884912"/>
              <a:gd name="connsiteY73" fmla="*/ 207568 h 1161397"/>
              <a:gd name="connsiteX74" fmla="*/ 3910449 w 6884912"/>
              <a:gd name="connsiteY74" fmla="*/ 197808 h 1161397"/>
              <a:gd name="connsiteX75" fmla="*/ 3917197 w 6884912"/>
              <a:gd name="connsiteY75" fmla="*/ 196121 h 1161397"/>
              <a:gd name="connsiteX76" fmla="*/ 3922400 w 6884912"/>
              <a:gd name="connsiteY76" fmla="*/ 205056 h 1161397"/>
              <a:gd name="connsiteX77" fmla="*/ 4013061 w 6884912"/>
              <a:gd name="connsiteY77" fmla="*/ 224874 h 1161397"/>
              <a:gd name="connsiteX78" fmla="*/ 4220717 w 6884912"/>
              <a:gd name="connsiteY78" fmla="*/ 192946 h 1161397"/>
              <a:gd name="connsiteX79" fmla="*/ 4228802 w 6884912"/>
              <a:gd name="connsiteY79" fmla="*/ 201468 h 1161397"/>
              <a:gd name="connsiteX80" fmla="*/ 4289361 w 6884912"/>
              <a:gd name="connsiteY80" fmla="*/ 196642 h 1161397"/>
              <a:gd name="connsiteX81" fmla="*/ 4498913 w 6884912"/>
              <a:gd name="connsiteY81" fmla="*/ 118915 h 1161397"/>
              <a:gd name="connsiteX82" fmla="*/ 4617330 w 6884912"/>
              <a:gd name="connsiteY82" fmla="*/ 111163 h 1161397"/>
              <a:gd name="connsiteX83" fmla="*/ 4659778 w 6884912"/>
              <a:gd name="connsiteY83" fmla="*/ 118219 h 1161397"/>
              <a:gd name="connsiteX84" fmla="*/ 4730870 w 6884912"/>
              <a:gd name="connsiteY84" fmla="*/ 129432 h 1161397"/>
              <a:gd name="connsiteX85" fmla="*/ 4785037 w 6884912"/>
              <a:gd name="connsiteY85" fmla="*/ 161964 h 1161397"/>
              <a:gd name="connsiteX86" fmla="*/ 4844073 w 6884912"/>
              <a:gd name="connsiteY86" fmla="*/ 161768 h 1161397"/>
              <a:gd name="connsiteX87" fmla="*/ 4856454 w 6884912"/>
              <a:gd name="connsiteY87" fmla="*/ 130488 h 1161397"/>
              <a:gd name="connsiteX88" fmla="*/ 4920038 w 6884912"/>
              <a:gd name="connsiteY88" fmla="*/ 140418 h 1161397"/>
              <a:gd name="connsiteX89" fmla="*/ 5016639 w 6884912"/>
              <a:gd name="connsiteY89" fmla="*/ 158905 h 1161397"/>
              <a:gd name="connsiteX90" fmla="*/ 5072009 w 6884912"/>
              <a:gd name="connsiteY90" fmla="*/ 161502 h 1161397"/>
              <a:gd name="connsiteX91" fmla="*/ 5223626 w 6884912"/>
              <a:gd name="connsiteY91" fmla="*/ 177356 h 1161397"/>
              <a:gd name="connsiteX92" fmla="*/ 5375773 w 6884912"/>
              <a:gd name="connsiteY92" fmla="*/ 199913 h 1161397"/>
              <a:gd name="connsiteX93" fmla="*/ 5467502 w 6884912"/>
              <a:gd name="connsiteY93" fmla="*/ 250963 h 1161397"/>
              <a:gd name="connsiteX94" fmla="*/ 5592395 w 6884912"/>
              <a:gd name="connsiteY94" fmla="*/ 265434 h 1161397"/>
              <a:gd name="connsiteX95" fmla="*/ 5613532 w 6884912"/>
              <a:gd name="connsiteY95" fmla="*/ 273379 h 1161397"/>
              <a:gd name="connsiteX96" fmla="*/ 5642173 w 6884912"/>
              <a:gd name="connsiteY96" fmla="*/ 266904 h 1161397"/>
              <a:gd name="connsiteX97" fmla="*/ 5756910 w 6884912"/>
              <a:gd name="connsiteY97" fmla="*/ 239211 h 1161397"/>
              <a:gd name="connsiteX98" fmla="*/ 5846667 w 6884912"/>
              <a:gd name="connsiteY98" fmla="*/ 201786 h 1161397"/>
              <a:gd name="connsiteX99" fmla="*/ 5960732 w 6884912"/>
              <a:gd name="connsiteY99" fmla="*/ 220708 h 1161397"/>
              <a:gd name="connsiteX100" fmla="*/ 6029542 w 6884912"/>
              <a:gd name="connsiteY100" fmla="*/ 210339 h 1161397"/>
              <a:gd name="connsiteX101" fmla="*/ 6141123 w 6884912"/>
              <a:gd name="connsiteY101" fmla="*/ 159923 h 1161397"/>
              <a:gd name="connsiteX102" fmla="*/ 6290640 w 6884912"/>
              <a:gd name="connsiteY102" fmla="*/ 167441 h 1161397"/>
              <a:gd name="connsiteX103" fmla="*/ 6322806 w 6884912"/>
              <a:gd name="connsiteY103" fmla="*/ 213293 h 1161397"/>
              <a:gd name="connsiteX104" fmla="*/ 6380420 w 6884912"/>
              <a:gd name="connsiteY104" fmla="*/ 173195 h 1161397"/>
              <a:gd name="connsiteX105" fmla="*/ 6507891 w 6884912"/>
              <a:gd name="connsiteY105" fmla="*/ 118474 h 1161397"/>
              <a:gd name="connsiteX106" fmla="*/ 6571807 w 6884912"/>
              <a:gd name="connsiteY106" fmla="*/ 98636 h 1161397"/>
              <a:gd name="connsiteX107" fmla="*/ 6671880 w 6884912"/>
              <a:gd name="connsiteY107" fmla="*/ 82931 h 1161397"/>
              <a:gd name="connsiteX108" fmla="*/ 6702266 w 6884912"/>
              <a:gd name="connsiteY108" fmla="*/ 75470 h 1161397"/>
              <a:gd name="connsiteX109" fmla="*/ 6845802 w 6884912"/>
              <a:gd name="connsiteY109" fmla="*/ 24496 h 1161397"/>
              <a:gd name="connsiteX110" fmla="*/ 6884912 w 6884912"/>
              <a:gd name="connsiteY110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510042 w 6884912"/>
              <a:gd name="connsiteY60" fmla="*/ 311820 h 1161397"/>
              <a:gd name="connsiteX61" fmla="*/ 3626773 w 6884912"/>
              <a:gd name="connsiteY61" fmla="*/ 290452 h 1161397"/>
              <a:gd name="connsiteX62" fmla="*/ 3666217 w 6884912"/>
              <a:gd name="connsiteY62" fmla="*/ 273255 h 1161397"/>
              <a:gd name="connsiteX63" fmla="*/ 3732427 w 6884912"/>
              <a:gd name="connsiteY63" fmla="*/ 245039 h 1161397"/>
              <a:gd name="connsiteX64" fmla="*/ 3777022 w 6884912"/>
              <a:gd name="connsiteY64" fmla="*/ 200276 h 1161397"/>
              <a:gd name="connsiteX65" fmla="*/ 3791246 w 6884912"/>
              <a:gd name="connsiteY65" fmla="*/ 189996 h 1161397"/>
              <a:gd name="connsiteX66" fmla="*/ 3819864 w 6884912"/>
              <a:gd name="connsiteY66" fmla="*/ 194605 h 1161397"/>
              <a:gd name="connsiteX67" fmla="*/ 3830398 w 6884912"/>
              <a:gd name="connsiteY67" fmla="*/ 188383 h 1161397"/>
              <a:gd name="connsiteX68" fmla="*/ 3834360 w 6884912"/>
              <a:gd name="connsiteY68" fmla="*/ 188992 h 1161397"/>
              <a:gd name="connsiteX69" fmla="*/ 3843715 w 6884912"/>
              <a:gd name="connsiteY69" fmla="*/ 188752 h 1161397"/>
              <a:gd name="connsiteX70" fmla="*/ 3842609 w 6884912"/>
              <a:gd name="connsiteY70" fmla="*/ 197386 h 1161397"/>
              <a:gd name="connsiteX71" fmla="*/ 3853961 w 6884912"/>
              <a:gd name="connsiteY71" fmla="*/ 213380 h 1161397"/>
              <a:gd name="connsiteX72" fmla="*/ 3907640 w 6884912"/>
              <a:gd name="connsiteY72" fmla="*/ 207568 h 1161397"/>
              <a:gd name="connsiteX73" fmla="*/ 3910449 w 6884912"/>
              <a:gd name="connsiteY73" fmla="*/ 197808 h 1161397"/>
              <a:gd name="connsiteX74" fmla="*/ 3917197 w 6884912"/>
              <a:gd name="connsiteY74" fmla="*/ 196121 h 1161397"/>
              <a:gd name="connsiteX75" fmla="*/ 3922400 w 6884912"/>
              <a:gd name="connsiteY75" fmla="*/ 205056 h 1161397"/>
              <a:gd name="connsiteX76" fmla="*/ 4013061 w 6884912"/>
              <a:gd name="connsiteY76" fmla="*/ 224874 h 1161397"/>
              <a:gd name="connsiteX77" fmla="*/ 4220717 w 6884912"/>
              <a:gd name="connsiteY77" fmla="*/ 192946 h 1161397"/>
              <a:gd name="connsiteX78" fmla="*/ 4228802 w 6884912"/>
              <a:gd name="connsiteY78" fmla="*/ 201468 h 1161397"/>
              <a:gd name="connsiteX79" fmla="*/ 4289361 w 6884912"/>
              <a:gd name="connsiteY79" fmla="*/ 196642 h 1161397"/>
              <a:gd name="connsiteX80" fmla="*/ 4498913 w 6884912"/>
              <a:gd name="connsiteY80" fmla="*/ 118915 h 1161397"/>
              <a:gd name="connsiteX81" fmla="*/ 4617330 w 6884912"/>
              <a:gd name="connsiteY81" fmla="*/ 111163 h 1161397"/>
              <a:gd name="connsiteX82" fmla="*/ 4659778 w 6884912"/>
              <a:gd name="connsiteY82" fmla="*/ 118219 h 1161397"/>
              <a:gd name="connsiteX83" fmla="*/ 4730870 w 6884912"/>
              <a:gd name="connsiteY83" fmla="*/ 129432 h 1161397"/>
              <a:gd name="connsiteX84" fmla="*/ 4785037 w 6884912"/>
              <a:gd name="connsiteY84" fmla="*/ 161964 h 1161397"/>
              <a:gd name="connsiteX85" fmla="*/ 4844073 w 6884912"/>
              <a:gd name="connsiteY85" fmla="*/ 161768 h 1161397"/>
              <a:gd name="connsiteX86" fmla="*/ 4856454 w 6884912"/>
              <a:gd name="connsiteY86" fmla="*/ 130488 h 1161397"/>
              <a:gd name="connsiteX87" fmla="*/ 4920038 w 6884912"/>
              <a:gd name="connsiteY87" fmla="*/ 140418 h 1161397"/>
              <a:gd name="connsiteX88" fmla="*/ 5016639 w 6884912"/>
              <a:gd name="connsiteY88" fmla="*/ 158905 h 1161397"/>
              <a:gd name="connsiteX89" fmla="*/ 5072009 w 6884912"/>
              <a:gd name="connsiteY89" fmla="*/ 161502 h 1161397"/>
              <a:gd name="connsiteX90" fmla="*/ 5223626 w 6884912"/>
              <a:gd name="connsiteY90" fmla="*/ 177356 h 1161397"/>
              <a:gd name="connsiteX91" fmla="*/ 5375773 w 6884912"/>
              <a:gd name="connsiteY91" fmla="*/ 199913 h 1161397"/>
              <a:gd name="connsiteX92" fmla="*/ 5467502 w 6884912"/>
              <a:gd name="connsiteY92" fmla="*/ 250963 h 1161397"/>
              <a:gd name="connsiteX93" fmla="*/ 5592395 w 6884912"/>
              <a:gd name="connsiteY93" fmla="*/ 265434 h 1161397"/>
              <a:gd name="connsiteX94" fmla="*/ 5613532 w 6884912"/>
              <a:gd name="connsiteY94" fmla="*/ 273379 h 1161397"/>
              <a:gd name="connsiteX95" fmla="*/ 5642173 w 6884912"/>
              <a:gd name="connsiteY95" fmla="*/ 266904 h 1161397"/>
              <a:gd name="connsiteX96" fmla="*/ 5756910 w 6884912"/>
              <a:gd name="connsiteY96" fmla="*/ 239211 h 1161397"/>
              <a:gd name="connsiteX97" fmla="*/ 5846667 w 6884912"/>
              <a:gd name="connsiteY97" fmla="*/ 201786 h 1161397"/>
              <a:gd name="connsiteX98" fmla="*/ 5960732 w 6884912"/>
              <a:gd name="connsiteY98" fmla="*/ 220708 h 1161397"/>
              <a:gd name="connsiteX99" fmla="*/ 6029542 w 6884912"/>
              <a:gd name="connsiteY99" fmla="*/ 210339 h 1161397"/>
              <a:gd name="connsiteX100" fmla="*/ 6141123 w 6884912"/>
              <a:gd name="connsiteY100" fmla="*/ 159923 h 1161397"/>
              <a:gd name="connsiteX101" fmla="*/ 6290640 w 6884912"/>
              <a:gd name="connsiteY101" fmla="*/ 167441 h 1161397"/>
              <a:gd name="connsiteX102" fmla="*/ 6322806 w 6884912"/>
              <a:gd name="connsiteY102" fmla="*/ 213293 h 1161397"/>
              <a:gd name="connsiteX103" fmla="*/ 6380420 w 6884912"/>
              <a:gd name="connsiteY103" fmla="*/ 173195 h 1161397"/>
              <a:gd name="connsiteX104" fmla="*/ 6507891 w 6884912"/>
              <a:gd name="connsiteY104" fmla="*/ 118474 h 1161397"/>
              <a:gd name="connsiteX105" fmla="*/ 6571807 w 6884912"/>
              <a:gd name="connsiteY105" fmla="*/ 98636 h 1161397"/>
              <a:gd name="connsiteX106" fmla="*/ 6671880 w 6884912"/>
              <a:gd name="connsiteY106" fmla="*/ 82931 h 1161397"/>
              <a:gd name="connsiteX107" fmla="*/ 6702266 w 6884912"/>
              <a:gd name="connsiteY107" fmla="*/ 75470 h 1161397"/>
              <a:gd name="connsiteX108" fmla="*/ 6845802 w 6884912"/>
              <a:gd name="connsiteY108" fmla="*/ 24496 h 1161397"/>
              <a:gd name="connsiteX109" fmla="*/ 6884912 w 6884912"/>
              <a:gd name="connsiteY109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222191 w 6884912"/>
              <a:gd name="connsiteY58" fmla="*/ 307887 h 1161397"/>
              <a:gd name="connsiteX59" fmla="*/ 3227953 w 6884912"/>
              <a:gd name="connsiteY59" fmla="*/ 297650 h 1161397"/>
              <a:gd name="connsiteX60" fmla="*/ 3510042 w 6884912"/>
              <a:gd name="connsiteY60" fmla="*/ 311820 h 1161397"/>
              <a:gd name="connsiteX61" fmla="*/ 3626773 w 6884912"/>
              <a:gd name="connsiteY61" fmla="*/ 290452 h 1161397"/>
              <a:gd name="connsiteX62" fmla="*/ 3666217 w 6884912"/>
              <a:gd name="connsiteY62" fmla="*/ 273255 h 1161397"/>
              <a:gd name="connsiteX63" fmla="*/ 3732427 w 6884912"/>
              <a:gd name="connsiteY63" fmla="*/ 245039 h 1161397"/>
              <a:gd name="connsiteX64" fmla="*/ 3777022 w 6884912"/>
              <a:gd name="connsiteY64" fmla="*/ 200276 h 1161397"/>
              <a:gd name="connsiteX65" fmla="*/ 3791246 w 6884912"/>
              <a:gd name="connsiteY65" fmla="*/ 189996 h 1161397"/>
              <a:gd name="connsiteX66" fmla="*/ 3819864 w 6884912"/>
              <a:gd name="connsiteY66" fmla="*/ 194605 h 1161397"/>
              <a:gd name="connsiteX67" fmla="*/ 3830398 w 6884912"/>
              <a:gd name="connsiteY67" fmla="*/ 188383 h 1161397"/>
              <a:gd name="connsiteX68" fmla="*/ 3834360 w 6884912"/>
              <a:gd name="connsiteY68" fmla="*/ 188992 h 1161397"/>
              <a:gd name="connsiteX69" fmla="*/ 3843715 w 6884912"/>
              <a:gd name="connsiteY69" fmla="*/ 188752 h 1161397"/>
              <a:gd name="connsiteX70" fmla="*/ 3842609 w 6884912"/>
              <a:gd name="connsiteY70" fmla="*/ 197386 h 1161397"/>
              <a:gd name="connsiteX71" fmla="*/ 3853961 w 6884912"/>
              <a:gd name="connsiteY71" fmla="*/ 213380 h 1161397"/>
              <a:gd name="connsiteX72" fmla="*/ 3907640 w 6884912"/>
              <a:gd name="connsiteY72" fmla="*/ 207568 h 1161397"/>
              <a:gd name="connsiteX73" fmla="*/ 3910449 w 6884912"/>
              <a:gd name="connsiteY73" fmla="*/ 197808 h 1161397"/>
              <a:gd name="connsiteX74" fmla="*/ 3917197 w 6884912"/>
              <a:gd name="connsiteY74" fmla="*/ 196121 h 1161397"/>
              <a:gd name="connsiteX75" fmla="*/ 3922400 w 6884912"/>
              <a:gd name="connsiteY75" fmla="*/ 205056 h 1161397"/>
              <a:gd name="connsiteX76" fmla="*/ 4013061 w 6884912"/>
              <a:gd name="connsiteY76" fmla="*/ 224874 h 1161397"/>
              <a:gd name="connsiteX77" fmla="*/ 4220717 w 6884912"/>
              <a:gd name="connsiteY77" fmla="*/ 192946 h 1161397"/>
              <a:gd name="connsiteX78" fmla="*/ 4228802 w 6884912"/>
              <a:gd name="connsiteY78" fmla="*/ 201468 h 1161397"/>
              <a:gd name="connsiteX79" fmla="*/ 4289361 w 6884912"/>
              <a:gd name="connsiteY79" fmla="*/ 196642 h 1161397"/>
              <a:gd name="connsiteX80" fmla="*/ 4498913 w 6884912"/>
              <a:gd name="connsiteY80" fmla="*/ 118915 h 1161397"/>
              <a:gd name="connsiteX81" fmla="*/ 4617330 w 6884912"/>
              <a:gd name="connsiteY81" fmla="*/ 111163 h 1161397"/>
              <a:gd name="connsiteX82" fmla="*/ 4659778 w 6884912"/>
              <a:gd name="connsiteY82" fmla="*/ 118219 h 1161397"/>
              <a:gd name="connsiteX83" fmla="*/ 4730870 w 6884912"/>
              <a:gd name="connsiteY83" fmla="*/ 129432 h 1161397"/>
              <a:gd name="connsiteX84" fmla="*/ 4844073 w 6884912"/>
              <a:gd name="connsiteY84" fmla="*/ 161768 h 1161397"/>
              <a:gd name="connsiteX85" fmla="*/ 4856454 w 6884912"/>
              <a:gd name="connsiteY85" fmla="*/ 130488 h 1161397"/>
              <a:gd name="connsiteX86" fmla="*/ 4920038 w 6884912"/>
              <a:gd name="connsiteY86" fmla="*/ 140418 h 1161397"/>
              <a:gd name="connsiteX87" fmla="*/ 5016639 w 6884912"/>
              <a:gd name="connsiteY87" fmla="*/ 158905 h 1161397"/>
              <a:gd name="connsiteX88" fmla="*/ 5072009 w 6884912"/>
              <a:gd name="connsiteY88" fmla="*/ 161502 h 1161397"/>
              <a:gd name="connsiteX89" fmla="*/ 5223626 w 6884912"/>
              <a:gd name="connsiteY89" fmla="*/ 177356 h 1161397"/>
              <a:gd name="connsiteX90" fmla="*/ 5375773 w 6884912"/>
              <a:gd name="connsiteY90" fmla="*/ 199913 h 1161397"/>
              <a:gd name="connsiteX91" fmla="*/ 5467502 w 6884912"/>
              <a:gd name="connsiteY91" fmla="*/ 250963 h 1161397"/>
              <a:gd name="connsiteX92" fmla="*/ 5592395 w 6884912"/>
              <a:gd name="connsiteY92" fmla="*/ 265434 h 1161397"/>
              <a:gd name="connsiteX93" fmla="*/ 5613532 w 6884912"/>
              <a:gd name="connsiteY93" fmla="*/ 273379 h 1161397"/>
              <a:gd name="connsiteX94" fmla="*/ 5642173 w 6884912"/>
              <a:gd name="connsiteY94" fmla="*/ 266904 h 1161397"/>
              <a:gd name="connsiteX95" fmla="*/ 5756910 w 6884912"/>
              <a:gd name="connsiteY95" fmla="*/ 239211 h 1161397"/>
              <a:gd name="connsiteX96" fmla="*/ 5846667 w 6884912"/>
              <a:gd name="connsiteY96" fmla="*/ 201786 h 1161397"/>
              <a:gd name="connsiteX97" fmla="*/ 5960732 w 6884912"/>
              <a:gd name="connsiteY97" fmla="*/ 220708 h 1161397"/>
              <a:gd name="connsiteX98" fmla="*/ 6029542 w 6884912"/>
              <a:gd name="connsiteY98" fmla="*/ 210339 h 1161397"/>
              <a:gd name="connsiteX99" fmla="*/ 6141123 w 6884912"/>
              <a:gd name="connsiteY99" fmla="*/ 159923 h 1161397"/>
              <a:gd name="connsiteX100" fmla="*/ 6290640 w 6884912"/>
              <a:gd name="connsiteY100" fmla="*/ 167441 h 1161397"/>
              <a:gd name="connsiteX101" fmla="*/ 6322806 w 6884912"/>
              <a:gd name="connsiteY101" fmla="*/ 213293 h 1161397"/>
              <a:gd name="connsiteX102" fmla="*/ 6380420 w 6884912"/>
              <a:gd name="connsiteY102" fmla="*/ 173195 h 1161397"/>
              <a:gd name="connsiteX103" fmla="*/ 6507891 w 6884912"/>
              <a:gd name="connsiteY103" fmla="*/ 118474 h 1161397"/>
              <a:gd name="connsiteX104" fmla="*/ 6571807 w 6884912"/>
              <a:gd name="connsiteY104" fmla="*/ 98636 h 1161397"/>
              <a:gd name="connsiteX105" fmla="*/ 6671880 w 6884912"/>
              <a:gd name="connsiteY105" fmla="*/ 82931 h 1161397"/>
              <a:gd name="connsiteX106" fmla="*/ 6702266 w 6884912"/>
              <a:gd name="connsiteY106" fmla="*/ 75470 h 1161397"/>
              <a:gd name="connsiteX107" fmla="*/ 6845802 w 6884912"/>
              <a:gd name="connsiteY107" fmla="*/ 24496 h 1161397"/>
              <a:gd name="connsiteX108" fmla="*/ 6884912 w 6884912"/>
              <a:gd name="connsiteY108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478946 w 6884912"/>
              <a:gd name="connsiteY7" fmla="*/ 1106011 h 1161397"/>
              <a:gd name="connsiteX8" fmla="*/ 512111 w 6884912"/>
              <a:gd name="connsiteY8" fmla="*/ 1085599 h 1161397"/>
              <a:gd name="connsiteX9" fmla="*/ 567875 w 6884912"/>
              <a:gd name="connsiteY9" fmla="*/ 1051976 h 1161397"/>
              <a:gd name="connsiteX10" fmla="*/ 601644 w 6884912"/>
              <a:gd name="connsiteY10" fmla="*/ 1003997 h 1161397"/>
              <a:gd name="connsiteX11" fmla="*/ 651408 w 6884912"/>
              <a:gd name="connsiteY11" fmla="*/ 984938 h 1161397"/>
              <a:gd name="connsiteX12" fmla="*/ 673197 w 6884912"/>
              <a:gd name="connsiteY12" fmla="*/ 1010060 h 1161397"/>
              <a:gd name="connsiteX13" fmla="*/ 723108 w 6884912"/>
              <a:gd name="connsiteY13" fmla="*/ 980081 h 1161397"/>
              <a:gd name="connsiteX14" fmla="*/ 797699 w 6884912"/>
              <a:gd name="connsiteY14" fmla="*/ 931362 h 1161397"/>
              <a:gd name="connsiteX15" fmla="*/ 843359 w 6884912"/>
              <a:gd name="connsiteY15" fmla="*/ 910894 h 1161397"/>
              <a:gd name="connsiteX16" fmla="*/ 965215 w 6884912"/>
              <a:gd name="connsiteY16" fmla="*/ 846701 h 1161397"/>
              <a:gd name="connsiteX17" fmla="*/ 1085080 w 6884912"/>
              <a:gd name="connsiteY17" fmla="*/ 776086 h 1161397"/>
              <a:gd name="connsiteX18" fmla="*/ 1131224 w 6884912"/>
              <a:gd name="connsiteY18" fmla="*/ 706160 h 1161397"/>
              <a:gd name="connsiteX19" fmla="*/ 1138051 w 6884912"/>
              <a:gd name="connsiteY19" fmla="*/ 702034 h 1161397"/>
              <a:gd name="connsiteX20" fmla="*/ 1158800 w 6884912"/>
              <a:gd name="connsiteY20" fmla="*/ 700004 h 1161397"/>
              <a:gd name="connsiteX21" fmla="*/ 1166947 w 6884912"/>
              <a:gd name="connsiteY21" fmla="*/ 700762 h 1161397"/>
              <a:gd name="connsiteX22" fmla="*/ 1178135 w 6884912"/>
              <a:gd name="connsiteY22" fmla="*/ 698631 h 1161397"/>
              <a:gd name="connsiteX23" fmla="*/ 1178301 w 6884912"/>
              <a:gd name="connsiteY23" fmla="*/ 698094 h 1161397"/>
              <a:gd name="connsiteX24" fmla="*/ 1188995 w 6884912"/>
              <a:gd name="connsiteY24" fmla="*/ 697048 h 1161397"/>
              <a:gd name="connsiteX25" fmla="*/ 1242716 w 6884912"/>
              <a:gd name="connsiteY25" fmla="*/ 698052 h 1161397"/>
              <a:gd name="connsiteX26" fmla="*/ 1299977 w 6884912"/>
              <a:gd name="connsiteY26" fmla="*/ 639196 h 1161397"/>
              <a:gd name="connsiteX27" fmla="*/ 1326190 w 6884912"/>
              <a:gd name="connsiteY27" fmla="*/ 625955 h 1161397"/>
              <a:gd name="connsiteX28" fmla="*/ 1339600 w 6884912"/>
              <a:gd name="connsiteY28" fmla="*/ 616295 h 1161397"/>
              <a:gd name="connsiteX29" fmla="*/ 1340054 w 6884912"/>
              <a:gd name="connsiteY29" fmla="*/ 614022 h 1161397"/>
              <a:gd name="connsiteX30" fmla="*/ 1391606 w 6884912"/>
              <a:gd name="connsiteY30" fmla="*/ 615229 h 1161397"/>
              <a:gd name="connsiteX31" fmla="*/ 1397565 w 6884912"/>
              <a:gd name="connsiteY31" fmla="*/ 611490 h 1161397"/>
              <a:gd name="connsiteX32" fmla="*/ 1432302 w 6884912"/>
              <a:gd name="connsiteY32" fmla="*/ 617267 h 1161397"/>
              <a:gd name="connsiteX33" fmla="*/ 1449644 w 6884912"/>
              <a:gd name="connsiteY33" fmla="*/ 617591 h 1161397"/>
              <a:gd name="connsiteX34" fmla="*/ 1455793 w 6884912"/>
              <a:gd name="connsiteY34" fmla="*/ 623174 h 1161397"/>
              <a:gd name="connsiteX35" fmla="*/ 1480758 w 6884912"/>
              <a:gd name="connsiteY35" fmla="*/ 620863 h 1161397"/>
              <a:gd name="connsiteX36" fmla="*/ 1483154 w 6884912"/>
              <a:gd name="connsiteY36" fmla="*/ 618527 h 1161397"/>
              <a:gd name="connsiteX37" fmla="*/ 1505495 w 6884912"/>
              <a:gd name="connsiteY37" fmla="*/ 624325 h 1161397"/>
              <a:gd name="connsiteX38" fmla="*/ 1526340 w 6884912"/>
              <a:gd name="connsiteY38" fmla="*/ 638496 h 1161397"/>
              <a:gd name="connsiteX39" fmla="*/ 1731986 w 6884912"/>
              <a:gd name="connsiteY39" fmla="*/ 589682 h 1161397"/>
              <a:gd name="connsiteX40" fmla="*/ 1927935 w 6884912"/>
              <a:gd name="connsiteY40" fmla="*/ 628540 h 1161397"/>
              <a:gd name="connsiteX41" fmla="*/ 2039075 w 6884912"/>
              <a:gd name="connsiteY41" fmla="*/ 599964 h 1161397"/>
              <a:gd name="connsiteX42" fmla="*/ 2066980 w 6884912"/>
              <a:gd name="connsiteY42" fmla="*/ 550413 h 1161397"/>
              <a:gd name="connsiteX43" fmla="*/ 2352236 w 6884912"/>
              <a:gd name="connsiteY43" fmla="*/ 519602 h 1161397"/>
              <a:gd name="connsiteX44" fmla="*/ 2420791 w 6884912"/>
              <a:gd name="connsiteY44" fmla="*/ 492826 h 1161397"/>
              <a:gd name="connsiteX45" fmla="*/ 2489932 w 6884912"/>
              <a:gd name="connsiteY45" fmla="*/ 507864 h 1161397"/>
              <a:gd name="connsiteX46" fmla="*/ 2512917 w 6884912"/>
              <a:gd name="connsiteY46" fmla="*/ 489127 h 1161397"/>
              <a:gd name="connsiteX47" fmla="*/ 2516783 w 6884912"/>
              <a:gd name="connsiteY47" fmla="*/ 485473 h 1161397"/>
              <a:gd name="connsiteX48" fmla="*/ 2534360 w 6884912"/>
              <a:gd name="connsiteY48" fmla="*/ 480064 h 1161397"/>
              <a:gd name="connsiteX49" fmla="*/ 2536691 w 6884912"/>
              <a:gd name="connsiteY49" fmla="*/ 467018 h 1161397"/>
              <a:gd name="connsiteX50" fmla="*/ 2561265 w 6884912"/>
              <a:gd name="connsiteY50" fmla="*/ 450623 h 1161397"/>
              <a:gd name="connsiteX51" fmla="*/ 2594349 w 6884912"/>
              <a:gd name="connsiteY51" fmla="*/ 443884 h 1161397"/>
              <a:gd name="connsiteX52" fmla="*/ 2754324 w 6884912"/>
              <a:gd name="connsiteY52" fmla="*/ 424766 h 1161397"/>
              <a:gd name="connsiteX53" fmla="*/ 2848470 w 6884912"/>
              <a:gd name="connsiteY53" fmla="*/ 405966 h 1161397"/>
              <a:gd name="connsiteX54" fmla="*/ 2881772 w 6884912"/>
              <a:gd name="connsiteY54" fmla="*/ 387260 h 1161397"/>
              <a:gd name="connsiteX55" fmla="*/ 2929932 w 6884912"/>
              <a:gd name="connsiteY55" fmla="*/ 368912 h 1161397"/>
              <a:gd name="connsiteX56" fmla="*/ 3013020 w 6884912"/>
              <a:gd name="connsiteY56" fmla="*/ 327578 h 1161397"/>
              <a:gd name="connsiteX57" fmla="*/ 3222191 w 6884912"/>
              <a:gd name="connsiteY57" fmla="*/ 307887 h 1161397"/>
              <a:gd name="connsiteX58" fmla="*/ 3227953 w 6884912"/>
              <a:gd name="connsiteY58" fmla="*/ 297650 h 1161397"/>
              <a:gd name="connsiteX59" fmla="*/ 3510042 w 6884912"/>
              <a:gd name="connsiteY59" fmla="*/ 311820 h 1161397"/>
              <a:gd name="connsiteX60" fmla="*/ 3626773 w 6884912"/>
              <a:gd name="connsiteY60" fmla="*/ 290452 h 1161397"/>
              <a:gd name="connsiteX61" fmla="*/ 3666217 w 6884912"/>
              <a:gd name="connsiteY61" fmla="*/ 273255 h 1161397"/>
              <a:gd name="connsiteX62" fmla="*/ 3732427 w 6884912"/>
              <a:gd name="connsiteY62" fmla="*/ 245039 h 1161397"/>
              <a:gd name="connsiteX63" fmla="*/ 3777022 w 6884912"/>
              <a:gd name="connsiteY63" fmla="*/ 200276 h 1161397"/>
              <a:gd name="connsiteX64" fmla="*/ 3791246 w 6884912"/>
              <a:gd name="connsiteY64" fmla="*/ 189996 h 1161397"/>
              <a:gd name="connsiteX65" fmla="*/ 3819864 w 6884912"/>
              <a:gd name="connsiteY65" fmla="*/ 194605 h 1161397"/>
              <a:gd name="connsiteX66" fmla="*/ 3830398 w 6884912"/>
              <a:gd name="connsiteY66" fmla="*/ 188383 h 1161397"/>
              <a:gd name="connsiteX67" fmla="*/ 3834360 w 6884912"/>
              <a:gd name="connsiteY67" fmla="*/ 188992 h 1161397"/>
              <a:gd name="connsiteX68" fmla="*/ 3843715 w 6884912"/>
              <a:gd name="connsiteY68" fmla="*/ 188752 h 1161397"/>
              <a:gd name="connsiteX69" fmla="*/ 3842609 w 6884912"/>
              <a:gd name="connsiteY69" fmla="*/ 197386 h 1161397"/>
              <a:gd name="connsiteX70" fmla="*/ 3853961 w 6884912"/>
              <a:gd name="connsiteY70" fmla="*/ 213380 h 1161397"/>
              <a:gd name="connsiteX71" fmla="*/ 3907640 w 6884912"/>
              <a:gd name="connsiteY71" fmla="*/ 207568 h 1161397"/>
              <a:gd name="connsiteX72" fmla="*/ 3910449 w 6884912"/>
              <a:gd name="connsiteY72" fmla="*/ 197808 h 1161397"/>
              <a:gd name="connsiteX73" fmla="*/ 3917197 w 6884912"/>
              <a:gd name="connsiteY73" fmla="*/ 196121 h 1161397"/>
              <a:gd name="connsiteX74" fmla="*/ 3922400 w 6884912"/>
              <a:gd name="connsiteY74" fmla="*/ 205056 h 1161397"/>
              <a:gd name="connsiteX75" fmla="*/ 4013061 w 6884912"/>
              <a:gd name="connsiteY75" fmla="*/ 224874 h 1161397"/>
              <a:gd name="connsiteX76" fmla="*/ 4220717 w 6884912"/>
              <a:gd name="connsiteY76" fmla="*/ 192946 h 1161397"/>
              <a:gd name="connsiteX77" fmla="*/ 4228802 w 6884912"/>
              <a:gd name="connsiteY77" fmla="*/ 201468 h 1161397"/>
              <a:gd name="connsiteX78" fmla="*/ 4289361 w 6884912"/>
              <a:gd name="connsiteY78" fmla="*/ 196642 h 1161397"/>
              <a:gd name="connsiteX79" fmla="*/ 4498913 w 6884912"/>
              <a:gd name="connsiteY79" fmla="*/ 118915 h 1161397"/>
              <a:gd name="connsiteX80" fmla="*/ 4617330 w 6884912"/>
              <a:gd name="connsiteY80" fmla="*/ 111163 h 1161397"/>
              <a:gd name="connsiteX81" fmla="*/ 4659778 w 6884912"/>
              <a:gd name="connsiteY81" fmla="*/ 118219 h 1161397"/>
              <a:gd name="connsiteX82" fmla="*/ 4730870 w 6884912"/>
              <a:gd name="connsiteY82" fmla="*/ 129432 h 1161397"/>
              <a:gd name="connsiteX83" fmla="*/ 4844073 w 6884912"/>
              <a:gd name="connsiteY83" fmla="*/ 161768 h 1161397"/>
              <a:gd name="connsiteX84" fmla="*/ 4856454 w 6884912"/>
              <a:gd name="connsiteY84" fmla="*/ 130488 h 1161397"/>
              <a:gd name="connsiteX85" fmla="*/ 4920038 w 6884912"/>
              <a:gd name="connsiteY85" fmla="*/ 140418 h 1161397"/>
              <a:gd name="connsiteX86" fmla="*/ 5016639 w 6884912"/>
              <a:gd name="connsiteY86" fmla="*/ 158905 h 1161397"/>
              <a:gd name="connsiteX87" fmla="*/ 5072009 w 6884912"/>
              <a:gd name="connsiteY87" fmla="*/ 161502 h 1161397"/>
              <a:gd name="connsiteX88" fmla="*/ 5223626 w 6884912"/>
              <a:gd name="connsiteY88" fmla="*/ 177356 h 1161397"/>
              <a:gd name="connsiteX89" fmla="*/ 5375773 w 6884912"/>
              <a:gd name="connsiteY89" fmla="*/ 199913 h 1161397"/>
              <a:gd name="connsiteX90" fmla="*/ 5467502 w 6884912"/>
              <a:gd name="connsiteY90" fmla="*/ 250963 h 1161397"/>
              <a:gd name="connsiteX91" fmla="*/ 5592395 w 6884912"/>
              <a:gd name="connsiteY91" fmla="*/ 265434 h 1161397"/>
              <a:gd name="connsiteX92" fmla="*/ 5613532 w 6884912"/>
              <a:gd name="connsiteY92" fmla="*/ 273379 h 1161397"/>
              <a:gd name="connsiteX93" fmla="*/ 5642173 w 6884912"/>
              <a:gd name="connsiteY93" fmla="*/ 266904 h 1161397"/>
              <a:gd name="connsiteX94" fmla="*/ 5756910 w 6884912"/>
              <a:gd name="connsiteY94" fmla="*/ 239211 h 1161397"/>
              <a:gd name="connsiteX95" fmla="*/ 5846667 w 6884912"/>
              <a:gd name="connsiteY95" fmla="*/ 201786 h 1161397"/>
              <a:gd name="connsiteX96" fmla="*/ 5960732 w 6884912"/>
              <a:gd name="connsiteY96" fmla="*/ 220708 h 1161397"/>
              <a:gd name="connsiteX97" fmla="*/ 6029542 w 6884912"/>
              <a:gd name="connsiteY97" fmla="*/ 210339 h 1161397"/>
              <a:gd name="connsiteX98" fmla="*/ 6141123 w 6884912"/>
              <a:gd name="connsiteY98" fmla="*/ 159923 h 1161397"/>
              <a:gd name="connsiteX99" fmla="*/ 6290640 w 6884912"/>
              <a:gd name="connsiteY99" fmla="*/ 167441 h 1161397"/>
              <a:gd name="connsiteX100" fmla="*/ 6322806 w 6884912"/>
              <a:gd name="connsiteY100" fmla="*/ 213293 h 1161397"/>
              <a:gd name="connsiteX101" fmla="*/ 6380420 w 6884912"/>
              <a:gd name="connsiteY101" fmla="*/ 173195 h 1161397"/>
              <a:gd name="connsiteX102" fmla="*/ 6507891 w 6884912"/>
              <a:gd name="connsiteY102" fmla="*/ 118474 h 1161397"/>
              <a:gd name="connsiteX103" fmla="*/ 6571807 w 6884912"/>
              <a:gd name="connsiteY103" fmla="*/ 98636 h 1161397"/>
              <a:gd name="connsiteX104" fmla="*/ 6671880 w 6884912"/>
              <a:gd name="connsiteY104" fmla="*/ 82931 h 1161397"/>
              <a:gd name="connsiteX105" fmla="*/ 6702266 w 6884912"/>
              <a:gd name="connsiteY105" fmla="*/ 75470 h 1161397"/>
              <a:gd name="connsiteX106" fmla="*/ 6845802 w 6884912"/>
              <a:gd name="connsiteY106" fmla="*/ 24496 h 1161397"/>
              <a:gd name="connsiteX107" fmla="*/ 6884912 w 6884912"/>
              <a:gd name="connsiteY107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512111 w 6884912"/>
              <a:gd name="connsiteY7" fmla="*/ 1085599 h 1161397"/>
              <a:gd name="connsiteX8" fmla="*/ 567875 w 6884912"/>
              <a:gd name="connsiteY8" fmla="*/ 1051976 h 1161397"/>
              <a:gd name="connsiteX9" fmla="*/ 601644 w 6884912"/>
              <a:gd name="connsiteY9" fmla="*/ 1003997 h 1161397"/>
              <a:gd name="connsiteX10" fmla="*/ 651408 w 6884912"/>
              <a:gd name="connsiteY10" fmla="*/ 984938 h 1161397"/>
              <a:gd name="connsiteX11" fmla="*/ 673197 w 6884912"/>
              <a:gd name="connsiteY11" fmla="*/ 1010060 h 1161397"/>
              <a:gd name="connsiteX12" fmla="*/ 723108 w 6884912"/>
              <a:gd name="connsiteY12" fmla="*/ 980081 h 1161397"/>
              <a:gd name="connsiteX13" fmla="*/ 797699 w 6884912"/>
              <a:gd name="connsiteY13" fmla="*/ 931362 h 1161397"/>
              <a:gd name="connsiteX14" fmla="*/ 843359 w 6884912"/>
              <a:gd name="connsiteY14" fmla="*/ 910894 h 1161397"/>
              <a:gd name="connsiteX15" fmla="*/ 965215 w 6884912"/>
              <a:gd name="connsiteY15" fmla="*/ 846701 h 1161397"/>
              <a:gd name="connsiteX16" fmla="*/ 1085080 w 6884912"/>
              <a:gd name="connsiteY16" fmla="*/ 776086 h 1161397"/>
              <a:gd name="connsiteX17" fmla="*/ 1131224 w 6884912"/>
              <a:gd name="connsiteY17" fmla="*/ 706160 h 1161397"/>
              <a:gd name="connsiteX18" fmla="*/ 1138051 w 6884912"/>
              <a:gd name="connsiteY18" fmla="*/ 702034 h 1161397"/>
              <a:gd name="connsiteX19" fmla="*/ 1158800 w 6884912"/>
              <a:gd name="connsiteY19" fmla="*/ 700004 h 1161397"/>
              <a:gd name="connsiteX20" fmla="*/ 1166947 w 6884912"/>
              <a:gd name="connsiteY20" fmla="*/ 700762 h 1161397"/>
              <a:gd name="connsiteX21" fmla="*/ 1178135 w 6884912"/>
              <a:gd name="connsiteY21" fmla="*/ 698631 h 1161397"/>
              <a:gd name="connsiteX22" fmla="*/ 1178301 w 6884912"/>
              <a:gd name="connsiteY22" fmla="*/ 698094 h 1161397"/>
              <a:gd name="connsiteX23" fmla="*/ 1188995 w 6884912"/>
              <a:gd name="connsiteY23" fmla="*/ 697048 h 1161397"/>
              <a:gd name="connsiteX24" fmla="*/ 1242716 w 6884912"/>
              <a:gd name="connsiteY24" fmla="*/ 698052 h 1161397"/>
              <a:gd name="connsiteX25" fmla="*/ 1299977 w 6884912"/>
              <a:gd name="connsiteY25" fmla="*/ 639196 h 1161397"/>
              <a:gd name="connsiteX26" fmla="*/ 1326190 w 6884912"/>
              <a:gd name="connsiteY26" fmla="*/ 625955 h 1161397"/>
              <a:gd name="connsiteX27" fmla="*/ 1339600 w 6884912"/>
              <a:gd name="connsiteY27" fmla="*/ 616295 h 1161397"/>
              <a:gd name="connsiteX28" fmla="*/ 1340054 w 6884912"/>
              <a:gd name="connsiteY28" fmla="*/ 614022 h 1161397"/>
              <a:gd name="connsiteX29" fmla="*/ 1391606 w 6884912"/>
              <a:gd name="connsiteY29" fmla="*/ 615229 h 1161397"/>
              <a:gd name="connsiteX30" fmla="*/ 1397565 w 6884912"/>
              <a:gd name="connsiteY30" fmla="*/ 611490 h 1161397"/>
              <a:gd name="connsiteX31" fmla="*/ 1432302 w 6884912"/>
              <a:gd name="connsiteY31" fmla="*/ 617267 h 1161397"/>
              <a:gd name="connsiteX32" fmla="*/ 1449644 w 6884912"/>
              <a:gd name="connsiteY32" fmla="*/ 617591 h 1161397"/>
              <a:gd name="connsiteX33" fmla="*/ 1455793 w 6884912"/>
              <a:gd name="connsiteY33" fmla="*/ 623174 h 1161397"/>
              <a:gd name="connsiteX34" fmla="*/ 1480758 w 6884912"/>
              <a:gd name="connsiteY34" fmla="*/ 620863 h 1161397"/>
              <a:gd name="connsiteX35" fmla="*/ 1483154 w 6884912"/>
              <a:gd name="connsiteY35" fmla="*/ 618527 h 1161397"/>
              <a:gd name="connsiteX36" fmla="*/ 1505495 w 6884912"/>
              <a:gd name="connsiteY36" fmla="*/ 624325 h 1161397"/>
              <a:gd name="connsiteX37" fmla="*/ 1526340 w 6884912"/>
              <a:gd name="connsiteY37" fmla="*/ 638496 h 1161397"/>
              <a:gd name="connsiteX38" fmla="*/ 1731986 w 6884912"/>
              <a:gd name="connsiteY38" fmla="*/ 589682 h 1161397"/>
              <a:gd name="connsiteX39" fmla="*/ 1927935 w 6884912"/>
              <a:gd name="connsiteY39" fmla="*/ 628540 h 1161397"/>
              <a:gd name="connsiteX40" fmla="*/ 2039075 w 6884912"/>
              <a:gd name="connsiteY40" fmla="*/ 599964 h 1161397"/>
              <a:gd name="connsiteX41" fmla="*/ 2066980 w 6884912"/>
              <a:gd name="connsiteY41" fmla="*/ 550413 h 1161397"/>
              <a:gd name="connsiteX42" fmla="*/ 2352236 w 6884912"/>
              <a:gd name="connsiteY42" fmla="*/ 519602 h 1161397"/>
              <a:gd name="connsiteX43" fmla="*/ 2420791 w 6884912"/>
              <a:gd name="connsiteY43" fmla="*/ 492826 h 1161397"/>
              <a:gd name="connsiteX44" fmla="*/ 2489932 w 6884912"/>
              <a:gd name="connsiteY44" fmla="*/ 507864 h 1161397"/>
              <a:gd name="connsiteX45" fmla="*/ 2512917 w 6884912"/>
              <a:gd name="connsiteY45" fmla="*/ 489127 h 1161397"/>
              <a:gd name="connsiteX46" fmla="*/ 2516783 w 6884912"/>
              <a:gd name="connsiteY46" fmla="*/ 485473 h 1161397"/>
              <a:gd name="connsiteX47" fmla="*/ 2534360 w 6884912"/>
              <a:gd name="connsiteY47" fmla="*/ 480064 h 1161397"/>
              <a:gd name="connsiteX48" fmla="*/ 2536691 w 6884912"/>
              <a:gd name="connsiteY48" fmla="*/ 467018 h 1161397"/>
              <a:gd name="connsiteX49" fmla="*/ 2561265 w 6884912"/>
              <a:gd name="connsiteY49" fmla="*/ 450623 h 1161397"/>
              <a:gd name="connsiteX50" fmla="*/ 2594349 w 6884912"/>
              <a:gd name="connsiteY50" fmla="*/ 443884 h 1161397"/>
              <a:gd name="connsiteX51" fmla="*/ 2754324 w 6884912"/>
              <a:gd name="connsiteY51" fmla="*/ 424766 h 1161397"/>
              <a:gd name="connsiteX52" fmla="*/ 2848470 w 6884912"/>
              <a:gd name="connsiteY52" fmla="*/ 405966 h 1161397"/>
              <a:gd name="connsiteX53" fmla="*/ 2881772 w 6884912"/>
              <a:gd name="connsiteY53" fmla="*/ 387260 h 1161397"/>
              <a:gd name="connsiteX54" fmla="*/ 2929932 w 6884912"/>
              <a:gd name="connsiteY54" fmla="*/ 368912 h 1161397"/>
              <a:gd name="connsiteX55" fmla="*/ 3013020 w 6884912"/>
              <a:gd name="connsiteY55" fmla="*/ 327578 h 1161397"/>
              <a:gd name="connsiteX56" fmla="*/ 3222191 w 6884912"/>
              <a:gd name="connsiteY56" fmla="*/ 307887 h 1161397"/>
              <a:gd name="connsiteX57" fmla="*/ 3227953 w 6884912"/>
              <a:gd name="connsiteY57" fmla="*/ 297650 h 1161397"/>
              <a:gd name="connsiteX58" fmla="*/ 3510042 w 6884912"/>
              <a:gd name="connsiteY58" fmla="*/ 311820 h 1161397"/>
              <a:gd name="connsiteX59" fmla="*/ 3626773 w 6884912"/>
              <a:gd name="connsiteY59" fmla="*/ 290452 h 1161397"/>
              <a:gd name="connsiteX60" fmla="*/ 3666217 w 6884912"/>
              <a:gd name="connsiteY60" fmla="*/ 273255 h 1161397"/>
              <a:gd name="connsiteX61" fmla="*/ 3732427 w 6884912"/>
              <a:gd name="connsiteY61" fmla="*/ 245039 h 1161397"/>
              <a:gd name="connsiteX62" fmla="*/ 3777022 w 6884912"/>
              <a:gd name="connsiteY62" fmla="*/ 200276 h 1161397"/>
              <a:gd name="connsiteX63" fmla="*/ 3791246 w 6884912"/>
              <a:gd name="connsiteY63" fmla="*/ 189996 h 1161397"/>
              <a:gd name="connsiteX64" fmla="*/ 3819864 w 6884912"/>
              <a:gd name="connsiteY64" fmla="*/ 194605 h 1161397"/>
              <a:gd name="connsiteX65" fmla="*/ 3830398 w 6884912"/>
              <a:gd name="connsiteY65" fmla="*/ 188383 h 1161397"/>
              <a:gd name="connsiteX66" fmla="*/ 3834360 w 6884912"/>
              <a:gd name="connsiteY66" fmla="*/ 188992 h 1161397"/>
              <a:gd name="connsiteX67" fmla="*/ 3843715 w 6884912"/>
              <a:gd name="connsiteY67" fmla="*/ 188752 h 1161397"/>
              <a:gd name="connsiteX68" fmla="*/ 3842609 w 6884912"/>
              <a:gd name="connsiteY68" fmla="*/ 197386 h 1161397"/>
              <a:gd name="connsiteX69" fmla="*/ 3853961 w 6884912"/>
              <a:gd name="connsiteY69" fmla="*/ 213380 h 1161397"/>
              <a:gd name="connsiteX70" fmla="*/ 3907640 w 6884912"/>
              <a:gd name="connsiteY70" fmla="*/ 207568 h 1161397"/>
              <a:gd name="connsiteX71" fmla="*/ 3910449 w 6884912"/>
              <a:gd name="connsiteY71" fmla="*/ 197808 h 1161397"/>
              <a:gd name="connsiteX72" fmla="*/ 3917197 w 6884912"/>
              <a:gd name="connsiteY72" fmla="*/ 196121 h 1161397"/>
              <a:gd name="connsiteX73" fmla="*/ 3922400 w 6884912"/>
              <a:gd name="connsiteY73" fmla="*/ 205056 h 1161397"/>
              <a:gd name="connsiteX74" fmla="*/ 4013061 w 6884912"/>
              <a:gd name="connsiteY74" fmla="*/ 224874 h 1161397"/>
              <a:gd name="connsiteX75" fmla="*/ 4220717 w 6884912"/>
              <a:gd name="connsiteY75" fmla="*/ 192946 h 1161397"/>
              <a:gd name="connsiteX76" fmla="*/ 4228802 w 6884912"/>
              <a:gd name="connsiteY76" fmla="*/ 201468 h 1161397"/>
              <a:gd name="connsiteX77" fmla="*/ 4289361 w 6884912"/>
              <a:gd name="connsiteY77" fmla="*/ 196642 h 1161397"/>
              <a:gd name="connsiteX78" fmla="*/ 4498913 w 6884912"/>
              <a:gd name="connsiteY78" fmla="*/ 118915 h 1161397"/>
              <a:gd name="connsiteX79" fmla="*/ 4617330 w 6884912"/>
              <a:gd name="connsiteY79" fmla="*/ 111163 h 1161397"/>
              <a:gd name="connsiteX80" fmla="*/ 4659778 w 6884912"/>
              <a:gd name="connsiteY80" fmla="*/ 118219 h 1161397"/>
              <a:gd name="connsiteX81" fmla="*/ 4730870 w 6884912"/>
              <a:gd name="connsiteY81" fmla="*/ 129432 h 1161397"/>
              <a:gd name="connsiteX82" fmla="*/ 4844073 w 6884912"/>
              <a:gd name="connsiteY82" fmla="*/ 161768 h 1161397"/>
              <a:gd name="connsiteX83" fmla="*/ 4856454 w 6884912"/>
              <a:gd name="connsiteY83" fmla="*/ 130488 h 1161397"/>
              <a:gd name="connsiteX84" fmla="*/ 4920038 w 6884912"/>
              <a:gd name="connsiteY84" fmla="*/ 140418 h 1161397"/>
              <a:gd name="connsiteX85" fmla="*/ 5016639 w 6884912"/>
              <a:gd name="connsiteY85" fmla="*/ 158905 h 1161397"/>
              <a:gd name="connsiteX86" fmla="*/ 5072009 w 6884912"/>
              <a:gd name="connsiteY86" fmla="*/ 161502 h 1161397"/>
              <a:gd name="connsiteX87" fmla="*/ 5223626 w 6884912"/>
              <a:gd name="connsiteY87" fmla="*/ 177356 h 1161397"/>
              <a:gd name="connsiteX88" fmla="*/ 5375773 w 6884912"/>
              <a:gd name="connsiteY88" fmla="*/ 199913 h 1161397"/>
              <a:gd name="connsiteX89" fmla="*/ 5467502 w 6884912"/>
              <a:gd name="connsiteY89" fmla="*/ 250963 h 1161397"/>
              <a:gd name="connsiteX90" fmla="*/ 5592395 w 6884912"/>
              <a:gd name="connsiteY90" fmla="*/ 265434 h 1161397"/>
              <a:gd name="connsiteX91" fmla="*/ 5613532 w 6884912"/>
              <a:gd name="connsiteY91" fmla="*/ 273379 h 1161397"/>
              <a:gd name="connsiteX92" fmla="*/ 5642173 w 6884912"/>
              <a:gd name="connsiteY92" fmla="*/ 266904 h 1161397"/>
              <a:gd name="connsiteX93" fmla="*/ 5756910 w 6884912"/>
              <a:gd name="connsiteY93" fmla="*/ 239211 h 1161397"/>
              <a:gd name="connsiteX94" fmla="*/ 5846667 w 6884912"/>
              <a:gd name="connsiteY94" fmla="*/ 201786 h 1161397"/>
              <a:gd name="connsiteX95" fmla="*/ 5960732 w 6884912"/>
              <a:gd name="connsiteY95" fmla="*/ 220708 h 1161397"/>
              <a:gd name="connsiteX96" fmla="*/ 6029542 w 6884912"/>
              <a:gd name="connsiteY96" fmla="*/ 210339 h 1161397"/>
              <a:gd name="connsiteX97" fmla="*/ 6141123 w 6884912"/>
              <a:gd name="connsiteY97" fmla="*/ 159923 h 1161397"/>
              <a:gd name="connsiteX98" fmla="*/ 6290640 w 6884912"/>
              <a:gd name="connsiteY98" fmla="*/ 167441 h 1161397"/>
              <a:gd name="connsiteX99" fmla="*/ 6322806 w 6884912"/>
              <a:gd name="connsiteY99" fmla="*/ 213293 h 1161397"/>
              <a:gd name="connsiteX100" fmla="*/ 6380420 w 6884912"/>
              <a:gd name="connsiteY100" fmla="*/ 173195 h 1161397"/>
              <a:gd name="connsiteX101" fmla="*/ 6507891 w 6884912"/>
              <a:gd name="connsiteY101" fmla="*/ 118474 h 1161397"/>
              <a:gd name="connsiteX102" fmla="*/ 6571807 w 6884912"/>
              <a:gd name="connsiteY102" fmla="*/ 98636 h 1161397"/>
              <a:gd name="connsiteX103" fmla="*/ 6671880 w 6884912"/>
              <a:gd name="connsiteY103" fmla="*/ 82931 h 1161397"/>
              <a:gd name="connsiteX104" fmla="*/ 6702266 w 6884912"/>
              <a:gd name="connsiteY104" fmla="*/ 75470 h 1161397"/>
              <a:gd name="connsiteX105" fmla="*/ 6845802 w 6884912"/>
              <a:gd name="connsiteY105" fmla="*/ 24496 h 1161397"/>
              <a:gd name="connsiteX106" fmla="*/ 6884912 w 6884912"/>
              <a:gd name="connsiteY106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567875 w 6884912"/>
              <a:gd name="connsiteY7" fmla="*/ 1051976 h 1161397"/>
              <a:gd name="connsiteX8" fmla="*/ 601644 w 6884912"/>
              <a:gd name="connsiteY8" fmla="*/ 1003997 h 1161397"/>
              <a:gd name="connsiteX9" fmla="*/ 651408 w 6884912"/>
              <a:gd name="connsiteY9" fmla="*/ 984938 h 1161397"/>
              <a:gd name="connsiteX10" fmla="*/ 673197 w 6884912"/>
              <a:gd name="connsiteY10" fmla="*/ 1010060 h 1161397"/>
              <a:gd name="connsiteX11" fmla="*/ 723108 w 6884912"/>
              <a:gd name="connsiteY11" fmla="*/ 980081 h 1161397"/>
              <a:gd name="connsiteX12" fmla="*/ 797699 w 6884912"/>
              <a:gd name="connsiteY12" fmla="*/ 931362 h 1161397"/>
              <a:gd name="connsiteX13" fmla="*/ 843359 w 6884912"/>
              <a:gd name="connsiteY13" fmla="*/ 910894 h 1161397"/>
              <a:gd name="connsiteX14" fmla="*/ 965215 w 6884912"/>
              <a:gd name="connsiteY14" fmla="*/ 846701 h 1161397"/>
              <a:gd name="connsiteX15" fmla="*/ 1085080 w 6884912"/>
              <a:gd name="connsiteY15" fmla="*/ 776086 h 1161397"/>
              <a:gd name="connsiteX16" fmla="*/ 1131224 w 6884912"/>
              <a:gd name="connsiteY16" fmla="*/ 706160 h 1161397"/>
              <a:gd name="connsiteX17" fmla="*/ 1138051 w 6884912"/>
              <a:gd name="connsiteY17" fmla="*/ 702034 h 1161397"/>
              <a:gd name="connsiteX18" fmla="*/ 1158800 w 6884912"/>
              <a:gd name="connsiteY18" fmla="*/ 700004 h 1161397"/>
              <a:gd name="connsiteX19" fmla="*/ 1166947 w 6884912"/>
              <a:gd name="connsiteY19" fmla="*/ 700762 h 1161397"/>
              <a:gd name="connsiteX20" fmla="*/ 1178135 w 6884912"/>
              <a:gd name="connsiteY20" fmla="*/ 698631 h 1161397"/>
              <a:gd name="connsiteX21" fmla="*/ 1178301 w 6884912"/>
              <a:gd name="connsiteY21" fmla="*/ 698094 h 1161397"/>
              <a:gd name="connsiteX22" fmla="*/ 1188995 w 6884912"/>
              <a:gd name="connsiteY22" fmla="*/ 697048 h 1161397"/>
              <a:gd name="connsiteX23" fmla="*/ 1242716 w 6884912"/>
              <a:gd name="connsiteY23" fmla="*/ 698052 h 1161397"/>
              <a:gd name="connsiteX24" fmla="*/ 1299977 w 6884912"/>
              <a:gd name="connsiteY24" fmla="*/ 639196 h 1161397"/>
              <a:gd name="connsiteX25" fmla="*/ 1326190 w 6884912"/>
              <a:gd name="connsiteY25" fmla="*/ 625955 h 1161397"/>
              <a:gd name="connsiteX26" fmla="*/ 1339600 w 6884912"/>
              <a:gd name="connsiteY26" fmla="*/ 616295 h 1161397"/>
              <a:gd name="connsiteX27" fmla="*/ 1340054 w 6884912"/>
              <a:gd name="connsiteY27" fmla="*/ 614022 h 1161397"/>
              <a:gd name="connsiteX28" fmla="*/ 1391606 w 6884912"/>
              <a:gd name="connsiteY28" fmla="*/ 615229 h 1161397"/>
              <a:gd name="connsiteX29" fmla="*/ 1397565 w 6884912"/>
              <a:gd name="connsiteY29" fmla="*/ 611490 h 1161397"/>
              <a:gd name="connsiteX30" fmla="*/ 1432302 w 6884912"/>
              <a:gd name="connsiteY30" fmla="*/ 617267 h 1161397"/>
              <a:gd name="connsiteX31" fmla="*/ 1449644 w 6884912"/>
              <a:gd name="connsiteY31" fmla="*/ 617591 h 1161397"/>
              <a:gd name="connsiteX32" fmla="*/ 1455793 w 6884912"/>
              <a:gd name="connsiteY32" fmla="*/ 623174 h 1161397"/>
              <a:gd name="connsiteX33" fmla="*/ 1480758 w 6884912"/>
              <a:gd name="connsiteY33" fmla="*/ 620863 h 1161397"/>
              <a:gd name="connsiteX34" fmla="*/ 1483154 w 6884912"/>
              <a:gd name="connsiteY34" fmla="*/ 618527 h 1161397"/>
              <a:gd name="connsiteX35" fmla="*/ 1505495 w 6884912"/>
              <a:gd name="connsiteY35" fmla="*/ 624325 h 1161397"/>
              <a:gd name="connsiteX36" fmla="*/ 1526340 w 6884912"/>
              <a:gd name="connsiteY36" fmla="*/ 638496 h 1161397"/>
              <a:gd name="connsiteX37" fmla="*/ 1731986 w 6884912"/>
              <a:gd name="connsiteY37" fmla="*/ 589682 h 1161397"/>
              <a:gd name="connsiteX38" fmla="*/ 1927935 w 6884912"/>
              <a:gd name="connsiteY38" fmla="*/ 628540 h 1161397"/>
              <a:gd name="connsiteX39" fmla="*/ 2039075 w 6884912"/>
              <a:gd name="connsiteY39" fmla="*/ 599964 h 1161397"/>
              <a:gd name="connsiteX40" fmla="*/ 2066980 w 6884912"/>
              <a:gd name="connsiteY40" fmla="*/ 550413 h 1161397"/>
              <a:gd name="connsiteX41" fmla="*/ 2352236 w 6884912"/>
              <a:gd name="connsiteY41" fmla="*/ 519602 h 1161397"/>
              <a:gd name="connsiteX42" fmla="*/ 2420791 w 6884912"/>
              <a:gd name="connsiteY42" fmla="*/ 492826 h 1161397"/>
              <a:gd name="connsiteX43" fmla="*/ 2489932 w 6884912"/>
              <a:gd name="connsiteY43" fmla="*/ 507864 h 1161397"/>
              <a:gd name="connsiteX44" fmla="*/ 2512917 w 6884912"/>
              <a:gd name="connsiteY44" fmla="*/ 489127 h 1161397"/>
              <a:gd name="connsiteX45" fmla="*/ 2516783 w 6884912"/>
              <a:gd name="connsiteY45" fmla="*/ 485473 h 1161397"/>
              <a:gd name="connsiteX46" fmla="*/ 2534360 w 6884912"/>
              <a:gd name="connsiteY46" fmla="*/ 480064 h 1161397"/>
              <a:gd name="connsiteX47" fmla="*/ 2536691 w 6884912"/>
              <a:gd name="connsiteY47" fmla="*/ 467018 h 1161397"/>
              <a:gd name="connsiteX48" fmla="*/ 2561265 w 6884912"/>
              <a:gd name="connsiteY48" fmla="*/ 450623 h 1161397"/>
              <a:gd name="connsiteX49" fmla="*/ 2594349 w 6884912"/>
              <a:gd name="connsiteY49" fmla="*/ 443884 h 1161397"/>
              <a:gd name="connsiteX50" fmla="*/ 2754324 w 6884912"/>
              <a:gd name="connsiteY50" fmla="*/ 424766 h 1161397"/>
              <a:gd name="connsiteX51" fmla="*/ 2848470 w 6884912"/>
              <a:gd name="connsiteY51" fmla="*/ 405966 h 1161397"/>
              <a:gd name="connsiteX52" fmla="*/ 2881772 w 6884912"/>
              <a:gd name="connsiteY52" fmla="*/ 387260 h 1161397"/>
              <a:gd name="connsiteX53" fmla="*/ 2929932 w 6884912"/>
              <a:gd name="connsiteY53" fmla="*/ 368912 h 1161397"/>
              <a:gd name="connsiteX54" fmla="*/ 3013020 w 6884912"/>
              <a:gd name="connsiteY54" fmla="*/ 327578 h 1161397"/>
              <a:gd name="connsiteX55" fmla="*/ 3222191 w 6884912"/>
              <a:gd name="connsiteY55" fmla="*/ 307887 h 1161397"/>
              <a:gd name="connsiteX56" fmla="*/ 3227953 w 6884912"/>
              <a:gd name="connsiteY56" fmla="*/ 297650 h 1161397"/>
              <a:gd name="connsiteX57" fmla="*/ 3510042 w 6884912"/>
              <a:gd name="connsiteY57" fmla="*/ 311820 h 1161397"/>
              <a:gd name="connsiteX58" fmla="*/ 3626773 w 6884912"/>
              <a:gd name="connsiteY58" fmla="*/ 290452 h 1161397"/>
              <a:gd name="connsiteX59" fmla="*/ 3666217 w 6884912"/>
              <a:gd name="connsiteY59" fmla="*/ 273255 h 1161397"/>
              <a:gd name="connsiteX60" fmla="*/ 3732427 w 6884912"/>
              <a:gd name="connsiteY60" fmla="*/ 245039 h 1161397"/>
              <a:gd name="connsiteX61" fmla="*/ 3777022 w 6884912"/>
              <a:gd name="connsiteY61" fmla="*/ 200276 h 1161397"/>
              <a:gd name="connsiteX62" fmla="*/ 3791246 w 6884912"/>
              <a:gd name="connsiteY62" fmla="*/ 189996 h 1161397"/>
              <a:gd name="connsiteX63" fmla="*/ 3819864 w 6884912"/>
              <a:gd name="connsiteY63" fmla="*/ 194605 h 1161397"/>
              <a:gd name="connsiteX64" fmla="*/ 3830398 w 6884912"/>
              <a:gd name="connsiteY64" fmla="*/ 188383 h 1161397"/>
              <a:gd name="connsiteX65" fmla="*/ 3834360 w 6884912"/>
              <a:gd name="connsiteY65" fmla="*/ 188992 h 1161397"/>
              <a:gd name="connsiteX66" fmla="*/ 3843715 w 6884912"/>
              <a:gd name="connsiteY66" fmla="*/ 188752 h 1161397"/>
              <a:gd name="connsiteX67" fmla="*/ 3842609 w 6884912"/>
              <a:gd name="connsiteY67" fmla="*/ 197386 h 1161397"/>
              <a:gd name="connsiteX68" fmla="*/ 3853961 w 6884912"/>
              <a:gd name="connsiteY68" fmla="*/ 213380 h 1161397"/>
              <a:gd name="connsiteX69" fmla="*/ 3907640 w 6884912"/>
              <a:gd name="connsiteY69" fmla="*/ 207568 h 1161397"/>
              <a:gd name="connsiteX70" fmla="*/ 3910449 w 6884912"/>
              <a:gd name="connsiteY70" fmla="*/ 197808 h 1161397"/>
              <a:gd name="connsiteX71" fmla="*/ 3917197 w 6884912"/>
              <a:gd name="connsiteY71" fmla="*/ 196121 h 1161397"/>
              <a:gd name="connsiteX72" fmla="*/ 3922400 w 6884912"/>
              <a:gd name="connsiteY72" fmla="*/ 205056 h 1161397"/>
              <a:gd name="connsiteX73" fmla="*/ 4013061 w 6884912"/>
              <a:gd name="connsiteY73" fmla="*/ 224874 h 1161397"/>
              <a:gd name="connsiteX74" fmla="*/ 4220717 w 6884912"/>
              <a:gd name="connsiteY74" fmla="*/ 192946 h 1161397"/>
              <a:gd name="connsiteX75" fmla="*/ 4228802 w 6884912"/>
              <a:gd name="connsiteY75" fmla="*/ 201468 h 1161397"/>
              <a:gd name="connsiteX76" fmla="*/ 4289361 w 6884912"/>
              <a:gd name="connsiteY76" fmla="*/ 196642 h 1161397"/>
              <a:gd name="connsiteX77" fmla="*/ 4498913 w 6884912"/>
              <a:gd name="connsiteY77" fmla="*/ 118915 h 1161397"/>
              <a:gd name="connsiteX78" fmla="*/ 4617330 w 6884912"/>
              <a:gd name="connsiteY78" fmla="*/ 111163 h 1161397"/>
              <a:gd name="connsiteX79" fmla="*/ 4659778 w 6884912"/>
              <a:gd name="connsiteY79" fmla="*/ 118219 h 1161397"/>
              <a:gd name="connsiteX80" fmla="*/ 4730870 w 6884912"/>
              <a:gd name="connsiteY80" fmla="*/ 129432 h 1161397"/>
              <a:gd name="connsiteX81" fmla="*/ 4844073 w 6884912"/>
              <a:gd name="connsiteY81" fmla="*/ 161768 h 1161397"/>
              <a:gd name="connsiteX82" fmla="*/ 4856454 w 6884912"/>
              <a:gd name="connsiteY82" fmla="*/ 130488 h 1161397"/>
              <a:gd name="connsiteX83" fmla="*/ 4920038 w 6884912"/>
              <a:gd name="connsiteY83" fmla="*/ 140418 h 1161397"/>
              <a:gd name="connsiteX84" fmla="*/ 5016639 w 6884912"/>
              <a:gd name="connsiteY84" fmla="*/ 158905 h 1161397"/>
              <a:gd name="connsiteX85" fmla="*/ 5072009 w 6884912"/>
              <a:gd name="connsiteY85" fmla="*/ 161502 h 1161397"/>
              <a:gd name="connsiteX86" fmla="*/ 5223626 w 6884912"/>
              <a:gd name="connsiteY86" fmla="*/ 177356 h 1161397"/>
              <a:gd name="connsiteX87" fmla="*/ 5375773 w 6884912"/>
              <a:gd name="connsiteY87" fmla="*/ 199913 h 1161397"/>
              <a:gd name="connsiteX88" fmla="*/ 5467502 w 6884912"/>
              <a:gd name="connsiteY88" fmla="*/ 250963 h 1161397"/>
              <a:gd name="connsiteX89" fmla="*/ 5592395 w 6884912"/>
              <a:gd name="connsiteY89" fmla="*/ 265434 h 1161397"/>
              <a:gd name="connsiteX90" fmla="*/ 5613532 w 6884912"/>
              <a:gd name="connsiteY90" fmla="*/ 273379 h 1161397"/>
              <a:gd name="connsiteX91" fmla="*/ 5642173 w 6884912"/>
              <a:gd name="connsiteY91" fmla="*/ 266904 h 1161397"/>
              <a:gd name="connsiteX92" fmla="*/ 5756910 w 6884912"/>
              <a:gd name="connsiteY92" fmla="*/ 239211 h 1161397"/>
              <a:gd name="connsiteX93" fmla="*/ 5846667 w 6884912"/>
              <a:gd name="connsiteY93" fmla="*/ 201786 h 1161397"/>
              <a:gd name="connsiteX94" fmla="*/ 5960732 w 6884912"/>
              <a:gd name="connsiteY94" fmla="*/ 220708 h 1161397"/>
              <a:gd name="connsiteX95" fmla="*/ 6029542 w 6884912"/>
              <a:gd name="connsiteY95" fmla="*/ 210339 h 1161397"/>
              <a:gd name="connsiteX96" fmla="*/ 6141123 w 6884912"/>
              <a:gd name="connsiteY96" fmla="*/ 159923 h 1161397"/>
              <a:gd name="connsiteX97" fmla="*/ 6290640 w 6884912"/>
              <a:gd name="connsiteY97" fmla="*/ 167441 h 1161397"/>
              <a:gd name="connsiteX98" fmla="*/ 6322806 w 6884912"/>
              <a:gd name="connsiteY98" fmla="*/ 213293 h 1161397"/>
              <a:gd name="connsiteX99" fmla="*/ 6380420 w 6884912"/>
              <a:gd name="connsiteY99" fmla="*/ 173195 h 1161397"/>
              <a:gd name="connsiteX100" fmla="*/ 6507891 w 6884912"/>
              <a:gd name="connsiteY100" fmla="*/ 118474 h 1161397"/>
              <a:gd name="connsiteX101" fmla="*/ 6571807 w 6884912"/>
              <a:gd name="connsiteY101" fmla="*/ 98636 h 1161397"/>
              <a:gd name="connsiteX102" fmla="*/ 6671880 w 6884912"/>
              <a:gd name="connsiteY102" fmla="*/ 82931 h 1161397"/>
              <a:gd name="connsiteX103" fmla="*/ 6702266 w 6884912"/>
              <a:gd name="connsiteY103" fmla="*/ 75470 h 1161397"/>
              <a:gd name="connsiteX104" fmla="*/ 6845802 w 6884912"/>
              <a:gd name="connsiteY104" fmla="*/ 24496 h 1161397"/>
              <a:gd name="connsiteX105" fmla="*/ 6884912 w 6884912"/>
              <a:gd name="connsiteY105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454970 w 6884912"/>
              <a:gd name="connsiteY7" fmla="*/ 1023343 h 1161397"/>
              <a:gd name="connsiteX8" fmla="*/ 601644 w 6884912"/>
              <a:gd name="connsiteY8" fmla="*/ 1003997 h 1161397"/>
              <a:gd name="connsiteX9" fmla="*/ 651408 w 6884912"/>
              <a:gd name="connsiteY9" fmla="*/ 984938 h 1161397"/>
              <a:gd name="connsiteX10" fmla="*/ 673197 w 6884912"/>
              <a:gd name="connsiteY10" fmla="*/ 1010060 h 1161397"/>
              <a:gd name="connsiteX11" fmla="*/ 723108 w 6884912"/>
              <a:gd name="connsiteY11" fmla="*/ 980081 h 1161397"/>
              <a:gd name="connsiteX12" fmla="*/ 797699 w 6884912"/>
              <a:gd name="connsiteY12" fmla="*/ 931362 h 1161397"/>
              <a:gd name="connsiteX13" fmla="*/ 843359 w 6884912"/>
              <a:gd name="connsiteY13" fmla="*/ 910894 h 1161397"/>
              <a:gd name="connsiteX14" fmla="*/ 965215 w 6884912"/>
              <a:gd name="connsiteY14" fmla="*/ 846701 h 1161397"/>
              <a:gd name="connsiteX15" fmla="*/ 1085080 w 6884912"/>
              <a:gd name="connsiteY15" fmla="*/ 776086 h 1161397"/>
              <a:gd name="connsiteX16" fmla="*/ 1131224 w 6884912"/>
              <a:gd name="connsiteY16" fmla="*/ 706160 h 1161397"/>
              <a:gd name="connsiteX17" fmla="*/ 1138051 w 6884912"/>
              <a:gd name="connsiteY17" fmla="*/ 702034 h 1161397"/>
              <a:gd name="connsiteX18" fmla="*/ 1158800 w 6884912"/>
              <a:gd name="connsiteY18" fmla="*/ 700004 h 1161397"/>
              <a:gd name="connsiteX19" fmla="*/ 1166947 w 6884912"/>
              <a:gd name="connsiteY19" fmla="*/ 700762 h 1161397"/>
              <a:gd name="connsiteX20" fmla="*/ 1178135 w 6884912"/>
              <a:gd name="connsiteY20" fmla="*/ 698631 h 1161397"/>
              <a:gd name="connsiteX21" fmla="*/ 1178301 w 6884912"/>
              <a:gd name="connsiteY21" fmla="*/ 698094 h 1161397"/>
              <a:gd name="connsiteX22" fmla="*/ 1188995 w 6884912"/>
              <a:gd name="connsiteY22" fmla="*/ 697048 h 1161397"/>
              <a:gd name="connsiteX23" fmla="*/ 1242716 w 6884912"/>
              <a:gd name="connsiteY23" fmla="*/ 698052 h 1161397"/>
              <a:gd name="connsiteX24" fmla="*/ 1299977 w 6884912"/>
              <a:gd name="connsiteY24" fmla="*/ 639196 h 1161397"/>
              <a:gd name="connsiteX25" fmla="*/ 1326190 w 6884912"/>
              <a:gd name="connsiteY25" fmla="*/ 625955 h 1161397"/>
              <a:gd name="connsiteX26" fmla="*/ 1339600 w 6884912"/>
              <a:gd name="connsiteY26" fmla="*/ 616295 h 1161397"/>
              <a:gd name="connsiteX27" fmla="*/ 1340054 w 6884912"/>
              <a:gd name="connsiteY27" fmla="*/ 614022 h 1161397"/>
              <a:gd name="connsiteX28" fmla="*/ 1391606 w 6884912"/>
              <a:gd name="connsiteY28" fmla="*/ 615229 h 1161397"/>
              <a:gd name="connsiteX29" fmla="*/ 1397565 w 6884912"/>
              <a:gd name="connsiteY29" fmla="*/ 611490 h 1161397"/>
              <a:gd name="connsiteX30" fmla="*/ 1432302 w 6884912"/>
              <a:gd name="connsiteY30" fmla="*/ 617267 h 1161397"/>
              <a:gd name="connsiteX31" fmla="*/ 1449644 w 6884912"/>
              <a:gd name="connsiteY31" fmla="*/ 617591 h 1161397"/>
              <a:gd name="connsiteX32" fmla="*/ 1455793 w 6884912"/>
              <a:gd name="connsiteY32" fmla="*/ 623174 h 1161397"/>
              <a:gd name="connsiteX33" fmla="*/ 1480758 w 6884912"/>
              <a:gd name="connsiteY33" fmla="*/ 620863 h 1161397"/>
              <a:gd name="connsiteX34" fmla="*/ 1483154 w 6884912"/>
              <a:gd name="connsiteY34" fmla="*/ 618527 h 1161397"/>
              <a:gd name="connsiteX35" fmla="*/ 1505495 w 6884912"/>
              <a:gd name="connsiteY35" fmla="*/ 624325 h 1161397"/>
              <a:gd name="connsiteX36" fmla="*/ 1526340 w 6884912"/>
              <a:gd name="connsiteY36" fmla="*/ 638496 h 1161397"/>
              <a:gd name="connsiteX37" fmla="*/ 1731986 w 6884912"/>
              <a:gd name="connsiteY37" fmla="*/ 589682 h 1161397"/>
              <a:gd name="connsiteX38" fmla="*/ 1927935 w 6884912"/>
              <a:gd name="connsiteY38" fmla="*/ 628540 h 1161397"/>
              <a:gd name="connsiteX39" fmla="*/ 2039075 w 6884912"/>
              <a:gd name="connsiteY39" fmla="*/ 599964 h 1161397"/>
              <a:gd name="connsiteX40" fmla="*/ 2066980 w 6884912"/>
              <a:gd name="connsiteY40" fmla="*/ 550413 h 1161397"/>
              <a:gd name="connsiteX41" fmla="*/ 2352236 w 6884912"/>
              <a:gd name="connsiteY41" fmla="*/ 519602 h 1161397"/>
              <a:gd name="connsiteX42" fmla="*/ 2420791 w 6884912"/>
              <a:gd name="connsiteY42" fmla="*/ 492826 h 1161397"/>
              <a:gd name="connsiteX43" fmla="*/ 2489932 w 6884912"/>
              <a:gd name="connsiteY43" fmla="*/ 507864 h 1161397"/>
              <a:gd name="connsiteX44" fmla="*/ 2512917 w 6884912"/>
              <a:gd name="connsiteY44" fmla="*/ 489127 h 1161397"/>
              <a:gd name="connsiteX45" fmla="*/ 2516783 w 6884912"/>
              <a:gd name="connsiteY45" fmla="*/ 485473 h 1161397"/>
              <a:gd name="connsiteX46" fmla="*/ 2534360 w 6884912"/>
              <a:gd name="connsiteY46" fmla="*/ 480064 h 1161397"/>
              <a:gd name="connsiteX47" fmla="*/ 2536691 w 6884912"/>
              <a:gd name="connsiteY47" fmla="*/ 467018 h 1161397"/>
              <a:gd name="connsiteX48" fmla="*/ 2561265 w 6884912"/>
              <a:gd name="connsiteY48" fmla="*/ 450623 h 1161397"/>
              <a:gd name="connsiteX49" fmla="*/ 2594349 w 6884912"/>
              <a:gd name="connsiteY49" fmla="*/ 443884 h 1161397"/>
              <a:gd name="connsiteX50" fmla="*/ 2754324 w 6884912"/>
              <a:gd name="connsiteY50" fmla="*/ 424766 h 1161397"/>
              <a:gd name="connsiteX51" fmla="*/ 2848470 w 6884912"/>
              <a:gd name="connsiteY51" fmla="*/ 405966 h 1161397"/>
              <a:gd name="connsiteX52" fmla="*/ 2881772 w 6884912"/>
              <a:gd name="connsiteY52" fmla="*/ 387260 h 1161397"/>
              <a:gd name="connsiteX53" fmla="*/ 2929932 w 6884912"/>
              <a:gd name="connsiteY53" fmla="*/ 368912 h 1161397"/>
              <a:gd name="connsiteX54" fmla="*/ 3013020 w 6884912"/>
              <a:gd name="connsiteY54" fmla="*/ 327578 h 1161397"/>
              <a:gd name="connsiteX55" fmla="*/ 3222191 w 6884912"/>
              <a:gd name="connsiteY55" fmla="*/ 307887 h 1161397"/>
              <a:gd name="connsiteX56" fmla="*/ 3227953 w 6884912"/>
              <a:gd name="connsiteY56" fmla="*/ 297650 h 1161397"/>
              <a:gd name="connsiteX57" fmla="*/ 3510042 w 6884912"/>
              <a:gd name="connsiteY57" fmla="*/ 311820 h 1161397"/>
              <a:gd name="connsiteX58" fmla="*/ 3626773 w 6884912"/>
              <a:gd name="connsiteY58" fmla="*/ 290452 h 1161397"/>
              <a:gd name="connsiteX59" fmla="*/ 3666217 w 6884912"/>
              <a:gd name="connsiteY59" fmla="*/ 273255 h 1161397"/>
              <a:gd name="connsiteX60" fmla="*/ 3732427 w 6884912"/>
              <a:gd name="connsiteY60" fmla="*/ 245039 h 1161397"/>
              <a:gd name="connsiteX61" fmla="*/ 3777022 w 6884912"/>
              <a:gd name="connsiteY61" fmla="*/ 200276 h 1161397"/>
              <a:gd name="connsiteX62" fmla="*/ 3791246 w 6884912"/>
              <a:gd name="connsiteY62" fmla="*/ 189996 h 1161397"/>
              <a:gd name="connsiteX63" fmla="*/ 3819864 w 6884912"/>
              <a:gd name="connsiteY63" fmla="*/ 194605 h 1161397"/>
              <a:gd name="connsiteX64" fmla="*/ 3830398 w 6884912"/>
              <a:gd name="connsiteY64" fmla="*/ 188383 h 1161397"/>
              <a:gd name="connsiteX65" fmla="*/ 3834360 w 6884912"/>
              <a:gd name="connsiteY65" fmla="*/ 188992 h 1161397"/>
              <a:gd name="connsiteX66" fmla="*/ 3843715 w 6884912"/>
              <a:gd name="connsiteY66" fmla="*/ 188752 h 1161397"/>
              <a:gd name="connsiteX67" fmla="*/ 3842609 w 6884912"/>
              <a:gd name="connsiteY67" fmla="*/ 197386 h 1161397"/>
              <a:gd name="connsiteX68" fmla="*/ 3853961 w 6884912"/>
              <a:gd name="connsiteY68" fmla="*/ 213380 h 1161397"/>
              <a:gd name="connsiteX69" fmla="*/ 3907640 w 6884912"/>
              <a:gd name="connsiteY69" fmla="*/ 207568 h 1161397"/>
              <a:gd name="connsiteX70" fmla="*/ 3910449 w 6884912"/>
              <a:gd name="connsiteY70" fmla="*/ 197808 h 1161397"/>
              <a:gd name="connsiteX71" fmla="*/ 3917197 w 6884912"/>
              <a:gd name="connsiteY71" fmla="*/ 196121 h 1161397"/>
              <a:gd name="connsiteX72" fmla="*/ 3922400 w 6884912"/>
              <a:gd name="connsiteY72" fmla="*/ 205056 h 1161397"/>
              <a:gd name="connsiteX73" fmla="*/ 4013061 w 6884912"/>
              <a:gd name="connsiteY73" fmla="*/ 224874 h 1161397"/>
              <a:gd name="connsiteX74" fmla="*/ 4220717 w 6884912"/>
              <a:gd name="connsiteY74" fmla="*/ 192946 h 1161397"/>
              <a:gd name="connsiteX75" fmla="*/ 4228802 w 6884912"/>
              <a:gd name="connsiteY75" fmla="*/ 201468 h 1161397"/>
              <a:gd name="connsiteX76" fmla="*/ 4289361 w 6884912"/>
              <a:gd name="connsiteY76" fmla="*/ 196642 h 1161397"/>
              <a:gd name="connsiteX77" fmla="*/ 4498913 w 6884912"/>
              <a:gd name="connsiteY77" fmla="*/ 118915 h 1161397"/>
              <a:gd name="connsiteX78" fmla="*/ 4617330 w 6884912"/>
              <a:gd name="connsiteY78" fmla="*/ 111163 h 1161397"/>
              <a:gd name="connsiteX79" fmla="*/ 4659778 w 6884912"/>
              <a:gd name="connsiteY79" fmla="*/ 118219 h 1161397"/>
              <a:gd name="connsiteX80" fmla="*/ 4730870 w 6884912"/>
              <a:gd name="connsiteY80" fmla="*/ 129432 h 1161397"/>
              <a:gd name="connsiteX81" fmla="*/ 4844073 w 6884912"/>
              <a:gd name="connsiteY81" fmla="*/ 161768 h 1161397"/>
              <a:gd name="connsiteX82" fmla="*/ 4856454 w 6884912"/>
              <a:gd name="connsiteY82" fmla="*/ 130488 h 1161397"/>
              <a:gd name="connsiteX83" fmla="*/ 4920038 w 6884912"/>
              <a:gd name="connsiteY83" fmla="*/ 140418 h 1161397"/>
              <a:gd name="connsiteX84" fmla="*/ 5016639 w 6884912"/>
              <a:gd name="connsiteY84" fmla="*/ 158905 h 1161397"/>
              <a:gd name="connsiteX85" fmla="*/ 5072009 w 6884912"/>
              <a:gd name="connsiteY85" fmla="*/ 161502 h 1161397"/>
              <a:gd name="connsiteX86" fmla="*/ 5223626 w 6884912"/>
              <a:gd name="connsiteY86" fmla="*/ 177356 h 1161397"/>
              <a:gd name="connsiteX87" fmla="*/ 5375773 w 6884912"/>
              <a:gd name="connsiteY87" fmla="*/ 199913 h 1161397"/>
              <a:gd name="connsiteX88" fmla="*/ 5467502 w 6884912"/>
              <a:gd name="connsiteY88" fmla="*/ 250963 h 1161397"/>
              <a:gd name="connsiteX89" fmla="*/ 5592395 w 6884912"/>
              <a:gd name="connsiteY89" fmla="*/ 265434 h 1161397"/>
              <a:gd name="connsiteX90" fmla="*/ 5613532 w 6884912"/>
              <a:gd name="connsiteY90" fmla="*/ 273379 h 1161397"/>
              <a:gd name="connsiteX91" fmla="*/ 5642173 w 6884912"/>
              <a:gd name="connsiteY91" fmla="*/ 266904 h 1161397"/>
              <a:gd name="connsiteX92" fmla="*/ 5756910 w 6884912"/>
              <a:gd name="connsiteY92" fmla="*/ 239211 h 1161397"/>
              <a:gd name="connsiteX93" fmla="*/ 5846667 w 6884912"/>
              <a:gd name="connsiteY93" fmla="*/ 201786 h 1161397"/>
              <a:gd name="connsiteX94" fmla="*/ 5960732 w 6884912"/>
              <a:gd name="connsiteY94" fmla="*/ 220708 h 1161397"/>
              <a:gd name="connsiteX95" fmla="*/ 6029542 w 6884912"/>
              <a:gd name="connsiteY95" fmla="*/ 210339 h 1161397"/>
              <a:gd name="connsiteX96" fmla="*/ 6141123 w 6884912"/>
              <a:gd name="connsiteY96" fmla="*/ 159923 h 1161397"/>
              <a:gd name="connsiteX97" fmla="*/ 6290640 w 6884912"/>
              <a:gd name="connsiteY97" fmla="*/ 167441 h 1161397"/>
              <a:gd name="connsiteX98" fmla="*/ 6322806 w 6884912"/>
              <a:gd name="connsiteY98" fmla="*/ 213293 h 1161397"/>
              <a:gd name="connsiteX99" fmla="*/ 6380420 w 6884912"/>
              <a:gd name="connsiteY99" fmla="*/ 173195 h 1161397"/>
              <a:gd name="connsiteX100" fmla="*/ 6507891 w 6884912"/>
              <a:gd name="connsiteY100" fmla="*/ 118474 h 1161397"/>
              <a:gd name="connsiteX101" fmla="*/ 6571807 w 6884912"/>
              <a:gd name="connsiteY101" fmla="*/ 98636 h 1161397"/>
              <a:gd name="connsiteX102" fmla="*/ 6671880 w 6884912"/>
              <a:gd name="connsiteY102" fmla="*/ 82931 h 1161397"/>
              <a:gd name="connsiteX103" fmla="*/ 6702266 w 6884912"/>
              <a:gd name="connsiteY103" fmla="*/ 75470 h 1161397"/>
              <a:gd name="connsiteX104" fmla="*/ 6845802 w 6884912"/>
              <a:gd name="connsiteY104" fmla="*/ 24496 h 1161397"/>
              <a:gd name="connsiteX105" fmla="*/ 6884912 w 6884912"/>
              <a:gd name="connsiteY105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213420 w 6884912"/>
              <a:gd name="connsiteY6" fmla="*/ 1056868 h 1161397"/>
              <a:gd name="connsiteX7" fmla="*/ 454970 w 6884912"/>
              <a:gd name="connsiteY7" fmla="*/ 1023343 h 1161397"/>
              <a:gd name="connsiteX8" fmla="*/ 601644 w 6884912"/>
              <a:gd name="connsiteY8" fmla="*/ 1003997 h 1161397"/>
              <a:gd name="connsiteX9" fmla="*/ 651408 w 6884912"/>
              <a:gd name="connsiteY9" fmla="*/ 984938 h 1161397"/>
              <a:gd name="connsiteX10" fmla="*/ 673197 w 6884912"/>
              <a:gd name="connsiteY10" fmla="*/ 1010060 h 1161397"/>
              <a:gd name="connsiteX11" fmla="*/ 723108 w 6884912"/>
              <a:gd name="connsiteY11" fmla="*/ 980081 h 1161397"/>
              <a:gd name="connsiteX12" fmla="*/ 797699 w 6884912"/>
              <a:gd name="connsiteY12" fmla="*/ 931362 h 1161397"/>
              <a:gd name="connsiteX13" fmla="*/ 843359 w 6884912"/>
              <a:gd name="connsiteY13" fmla="*/ 910894 h 1161397"/>
              <a:gd name="connsiteX14" fmla="*/ 965215 w 6884912"/>
              <a:gd name="connsiteY14" fmla="*/ 846701 h 1161397"/>
              <a:gd name="connsiteX15" fmla="*/ 1085080 w 6884912"/>
              <a:gd name="connsiteY15" fmla="*/ 776086 h 1161397"/>
              <a:gd name="connsiteX16" fmla="*/ 1131224 w 6884912"/>
              <a:gd name="connsiteY16" fmla="*/ 706160 h 1161397"/>
              <a:gd name="connsiteX17" fmla="*/ 1138051 w 6884912"/>
              <a:gd name="connsiteY17" fmla="*/ 702034 h 1161397"/>
              <a:gd name="connsiteX18" fmla="*/ 1158800 w 6884912"/>
              <a:gd name="connsiteY18" fmla="*/ 700004 h 1161397"/>
              <a:gd name="connsiteX19" fmla="*/ 1166947 w 6884912"/>
              <a:gd name="connsiteY19" fmla="*/ 700762 h 1161397"/>
              <a:gd name="connsiteX20" fmla="*/ 1178135 w 6884912"/>
              <a:gd name="connsiteY20" fmla="*/ 698631 h 1161397"/>
              <a:gd name="connsiteX21" fmla="*/ 1178301 w 6884912"/>
              <a:gd name="connsiteY21" fmla="*/ 698094 h 1161397"/>
              <a:gd name="connsiteX22" fmla="*/ 1188995 w 6884912"/>
              <a:gd name="connsiteY22" fmla="*/ 697048 h 1161397"/>
              <a:gd name="connsiteX23" fmla="*/ 1242716 w 6884912"/>
              <a:gd name="connsiteY23" fmla="*/ 698052 h 1161397"/>
              <a:gd name="connsiteX24" fmla="*/ 1299977 w 6884912"/>
              <a:gd name="connsiteY24" fmla="*/ 639196 h 1161397"/>
              <a:gd name="connsiteX25" fmla="*/ 1326190 w 6884912"/>
              <a:gd name="connsiteY25" fmla="*/ 625955 h 1161397"/>
              <a:gd name="connsiteX26" fmla="*/ 1339600 w 6884912"/>
              <a:gd name="connsiteY26" fmla="*/ 616295 h 1161397"/>
              <a:gd name="connsiteX27" fmla="*/ 1340054 w 6884912"/>
              <a:gd name="connsiteY27" fmla="*/ 614022 h 1161397"/>
              <a:gd name="connsiteX28" fmla="*/ 1391606 w 6884912"/>
              <a:gd name="connsiteY28" fmla="*/ 615229 h 1161397"/>
              <a:gd name="connsiteX29" fmla="*/ 1397565 w 6884912"/>
              <a:gd name="connsiteY29" fmla="*/ 611490 h 1161397"/>
              <a:gd name="connsiteX30" fmla="*/ 1432302 w 6884912"/>
              <a:gd name="connsiteY30" fmla="*/ 617267 h 1161397"/>
              <a:gd name="connsiteX31" fmla="*/ 1449644 w 6884912"/>
              <a:gd name="connsiteY31" fmla="*/ 617591 h 1161397"/>
              <a:gd name="connsiteX32" fmla="*/ 1455793 w 6884912"/>
              <a:gd name="connsiteY32" fmla="*/ 623174 h 1161397"/>
              <a:gd name="connsiteX33" fmla="*/ 1480758 w 6884912"/>
              <a:gd name="connsiteY33" fmla="*/ 620863 h 1161397"/>
              <a:gd name="connsiteX34" fmla="*/ 1483154 w 6884912"/>
              <a:gd name="connsiteY34" fmla="*/ 618527 h 1161397"/>
              <a:gd name="connsiteX35" fmla="*/ 1505495 w 6884912"/>
              <a:gd name="connsiteY35" fmla="*/ 624325 h 1161397"/>
              <a:gd name="connsiteX36" fmla="*/ 1526340 w 6884912"/>
              <a:gd name="connsiteY36" fmla="*/ 638496 h 1161397"/>
              <a:gd name="connsiteX37" fmla="*/ 1731986 w 6884912"/>
              <a:gd name="connsiteY37" fmla="*/ 589682 h 1161397"/>
              <a:gd name="connsiteX38" fmla="*/ 1927935 w 6884912"/>
              <a:gd name="connsiteY38" fmla="*/ 628540 h 1161397"/>
              <a:gd name="connsiteX39" fmla="*/ 2039075 w 6884912"/>
              <a:gd name="connsiteY39" fmla="*/ 599964 h 1161397"/>
              <a:gd name="connsiteX40" fmla="*/ 2066980 w 6884912"/>
              <a:gd name="connsiteY40" fmla="*/ 550413 h 1161397"/>
              <a:gd name="connsiteX41" fmla="*/ 2352236 w 6884912"/>
              <a:gd name="connsiteY41" fmla="*/ 519602 h 1161397"/>
              <a:gd name="connsiteX42" fmla="*/ 2420791 w 6884912"/>
              <a:gd name="connsiteY42" fmla="*/ 492826 h 1161397"/>
              <a:gd name="connsiteX43" fmla="*/ 2489932 w 6884912"/>
              <a:gd name="connsiteY43" fmla="*/ 507864 h 1161397"/>
              <a:gd name="connsiteX44" fmla="*/ 2512917 w 6884912"/>
              <a:gd name="connsiteY44" fmla="*/ 489127 h 1161397"/>
              <a:gd name="connsiteX45" fmla="*/ 2516783 w 6884912"/>
              <a:gd name="connsiteY45" fmla="*/ 485473 h 1161397"/>
              <a:gd name="connsiteX46" fmla="*/ 2534360 w 6884912"/>
              <a:gd name="connsiteY46" fmla="*/ 480064 h 1161397"/>
              <a:gd name="connsiteX47" fmla="*/ 2536691 w 6884912"/>
              <a:gd name="connsiteY47" fmla="*/ 467018 h 1161397"/>
              <a:gd name="connsiteX48" fmla="*/ 2561265 w 6884912"/>
              <a:gd name="connsiteY48" fmla="*/ 450623 h 1161397"/>
              <a:gd name="connsiteX49" fmla="*/ 2594349 w 6884912"/>
              <a:gd name="connsiteY49" fmla="*/ 443884 h 1161397"/>
              <a:gd name="connsiteX50" fmla="*/ 2754324 w 6884912"/>
              <a:gd name="connsiteY50" fmla="*/ 424766 h 1161397"/>
              <a:gd name="connsiteX51" fmla="*/ 2848470 w 6884912"/>
              <a:gd name="connsiteY51" fmla="*/ 405966 h 1161397"/>
              <a:gd name="connsiteX52" fmla="*/ 2881772 w 6884912"/>
              <a:gd name="connsiteY52" fmla="*/ 387260 h 1161397"/>
              <a:gd name="connsiteX53" fmla="*/ 2929932 w 6884912"/>
              <a:gd name="connsiteY53" fmla="*/ 368912 h 1161397"/>
              <a:gd name="connsiteX54" fmla="*/ 3013020 w 6884912"/>
              <a:gd name="connsiteY54" fmla="*/ 327578 h 1161397"/>
              <a:gd name="connsiteX55" fmla="*/ 3222191 w 6884912"/>
              <a:gd name="connsiteY55" fmla="*/ 307887 h 1161397"/>
              <a:gd name="connsiteX56" fmla="*/ 3227953 w 6884912"/>
              <a:gd name="connsiteY56" fmla="*/ 297650 h 1161397"/>
              <a:gd name="connsiteX57" fmla="*/ 3510042 w 6884912"/>
              <a:gd name="connsiteY57" fmla="*/ 311820 h 1161397"/>
              <a:gd name="connsiteX58" fmla="*/ 3626773 w 6884912"/>
              <a:gd name="connsiteY58" fmla="*/ 290452 h 1161397"/>
              <a:gd name="connsiteX59" fmla="*/ 3666217 w 6884912"/>
              <a:gd name="connsiteY59" fmla="*/ 273255 h 1161397"/>
              <a:gd name="connsiteX60" fmla="*/ 3732427 w 6884912"/>
              <a:gd name="connsiteY60" fmla="*/ 245039 h 1161397"/>
              <a:gd name="connsiteX61" fmla="*/ 3777022 w 6884912"/>
              <a:gd name="connsiteY61" fmla="*/ 200276 h 1161397"/>
              <a:gd name="connsiteX62" fmla="*/ 3791246 w 6884912"/>
              <a:gd name="connsiteY62" fmla="*/ 189996 h 1161397"/>
              <a:gd name="connsiteX63" fmla="*/ 3819864 w 6884912"/>
              <a:gd name="connsiteY63" fmla="*/ 194605 h 1161397"/>
              <a:gd name="connsiteX64" fmla="*/ 3830398 w 6884912"/>
              <a:gd name="connsiteY64" fmla="*/ 188383 h 1161397"/>
              <a:gd name="connsiteX65" fmla="*/ 3834360 w 6884912"/>
              <a:gd name="connsiteY65" fmla="*/ 188992 h 1161397"/>
              <a:gd name="connsiteX66" fmla="*/ 3843715 w 6884912"/>
              <a:gd name="connsiteY66" fmla="*/ 188752 h 1161397"/>
              <a:gd name="connsiteX67" fmla="*/ 3842609 w 6884912"/>
              <a:gd name="connsiteY67" fmla="*/ 197386 h 1161397"/>
              <a:gd name="connsiteX68" fmla="*/ 3853961 w 6884912"/>
              <a:gd name="connsiteY68" fmla="*/ 213380 h 1161397"/>
              <a:gd name="connsiteX69" fmla="*/ 3907640 w 6884912"/>
              <a:gd name="connsiteY69" fmla="*/ 207568 h 1161397"/>
              <a:gd name="connsiteX70" fmla="*/ 3910449 w 6884912"/>
              <a:gd name="connsiteY70" fmla="*/ 197808 h 1161397"/>
              <a:gd name="connsiteX71" fmla="*/ 3917197 w 6884912"/>
              <a:gd name="connsiteY71" fmla="*/ 196121 h 1161397"/>
              <a:gd name="connsiteX72" fmla="*/ 3922400 w 6884912"/>
              <a:gd name="connsiteY72" fmla="*/ 205056 h 1161397"/>
              <a:gd name="connsiteX73" fmla="*/ 4013061 w 6884912"/>
              <a:gd name="connsiteY73" fmla="*/ 224874 h 1161397"/>
              <a:gd name="connsiteX74" fmla="*/ 4220717 w 6884912"/>
              <a:gd name="connsiteY74" fmla="*/ 192946 h 1161397"/>
              <a:gd name="connsiteX75" fmla="*/ 4228802 w 6884912"/>
              <a:gd name="connsiteY75" fmla="*/ 201468 h 1161397"/>
              <a:gd name="connsiteX76" fmla="*/ 4289361 w 6884912"/>
              <a:gd name="connsiteY76" fmla="*/ 196642 h 1161397"/>
              <a:gd name="connsiteX77" fmla="*/ 4498913 w 6884912"/>
              <a:gd name="connsiteY77" fmla="*/ 118915 h 1161397"/>
              <a:gd name="connsiteX78" fmla="*/ 4617330 w 6884912"/>
              <a:gd name="connsiteY78" fmla="*/ 111163 h 1161397"/>
              <a:gd name="connsiteX79" fmla="*/ 4659778 w 6884912"/>
              <a:gd name="connsiteY79" fmla="*/ 118219 h 1161397"/>
              <a:gd name="connsiteX80" fmla="*/ 4730870 w 6884912"/>
              <a:gd name="connsiteY80" fmla="*/ 129432 h 1161397"/>
              <a:gd name="connsiteX81" fmla="*/ 4844073 w 6884912"/>
              <a:gd name="connsiteY81" fmla="*/ 161768 h 1161397"/>
              <a:gd name="connsiteX82" fmla="*/ 4856454 w 6884912"/>
              <a:gd name="connsiteY82" fmla="*/ 130488 h 1161397"/>
              <a:gd name="connsiteX83" fmla="*/ 4920038 w 6884912"/>
              <a:gd name="connsiteY83" fmla="*/ 140418 h 1161397"/>
              <a:gd name="connsiteX84" fmla="*/ 5016639 w 6884912"/>
              <a:gd name="connsiteY84" fmla="*/ 158905 h 1161397"/>
              <a:gd name="connsiteX85" fmla="*/ 5072009 w 6884912"/>
              <a:gd name="connsiteY85" fmla="*/ 161502 h 1161397"/>
              <a:gd name="connsiteX86" fmla="*/ 5223626 w 6884912"/>
              <a:gd name="connsiteY86" fmla="*/ 177356 h 1161397"/>
              <a:gd name="connsiteX87" fmla="*/ 5375773 w 6884912"/>
              <a:gd name="connsiteY87" fmla="*/ 199913 h 1161397"/>
              <a:gd name="connsiteX88" fmla="*/ 5467502 w 6884912"/>
              <a:gd name="connsiteY88" fmla="*/ 250963 h 1161397"/>
              <a:gd name="connsiteX89" fmla="*/ 5592395 w 6884912"/>
              <a:gd name="connsiteY89" fmla="*/ 265434 h 1161397"/>
              <a:gd name="connsiteX90" fmla="*/ 5613532 w 6884912"/>
              <a:gd name="connsiteY90" fmla="*/ 273379 h 1161397"/>
              <a:gd name="connsiteX91" fmla="*/ 5642173 w 6884912"/>
              <a:gd name="connsiteY91" fmla="*/ 266904 h 1161397"/>
              <a:gd name="connsiteX92" fmla="*/ 5756910 w 6884912"/>
              <a:gd name="connsiteY92" fmla="*/ 239211 h 1161397"/>
              <a:gd name="connsiteX93" fmla="*/ 5846667 w 6884912"/>
              <a:gd name="connsiteY93" fmla="*/ 201786 h 1161397"/>
              <a:gd name="connsiteX94" fmla="*/ 5960732 w 6884912"/>
              <a:gd name="connsiteY94" fmla="*/ 220708 h 1161397"/>
              <a:gd name="connsiteX95" fmla="*/ 6029542 w 6884912"/>
              <a:gd name="connsiteY95" fmla="*/ 210339 h 1161397"/>
              <a:gd name="connsiteX96" fmla="*/ 6141123 w 6884912"/>
              <a:gd name="connsiteY96" fmla="*/ 159923 h 1161397"/>
              <a:gd name="connsiteX97" fmla="*/ 6290640 w 6884912"/>
              <a:gd name="connsiteY97" fmla="*/ 167441 h 1161397"/>
              <a:gd name="connsiteX98" fmla="*/ 6322806 w 6884912"/>
              <a:gd name="connsiteY98" fmla="*/ 213293 h 1161397"/>
              <a:gd name="connsiteX99" fmla="*/ 6380420 w 6884912"/>
              <a:gd name="connsiteY99" fmla="*/ 173195 h 1161397"/>
              <a:gd name="connsiteX100" fmla="*/ 6507891 w 6884912"/>
              <a:gd name="connsiteY100" fmla="*/ 118474 h 1161397"/>
              <a:gd name="connsiteX101" fmla="*/ 6571807 w 6884912"/>
              <a:gd name="connsiteY101" fmla="*/ 98636 h 1161397"/>
              <a:gd name="connsiteX102" fmla="*/ 6671880 w 6884912"/>
              <a:gd name="connsiteY102" fmla="*/ 82931 h 1161397"/>
              <a:gd name="connsiteX103" fmla="*/ 6702266 w 6884912"/>
              <a:gd name="connsiteY103" fmla="*/ 75470 h 1161397"/>
              <a:gd name="connsiteX104" fmla="*/ 6845802 w 6884912"/>
              <a:gd name="connsiteY104" fmla="*/ 24496 h 1161397"/>
              <a:gd name="connsiteX105" fmla="*/ 6884912 w 6884912"/>
              <a:gd name="connsiteY105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601644 w 6884912"/>
              <a:gd name="connsiteY7" fmla="*/ 1003997 h 1161397"/>
              <a:gd name="connsiteX8" fmla="*/ 651408 w 6884912"/>
              <a:gd name="connsiteY8" fmla="*/ 984938 h 1161397"/>
              <a:gd name="connsiteX9" fmla="*/ 673197 w 6884912"/>
              <a:gd name="connsiteY9" fmla="*/ 1010060 h 1161397"/>
              <a:gd name="connsiteX10" fmla="*/ 723108 w 6884912"/>
              <a:gd name="connsiteY10" fmla="*/ 980081 h 1161397"/>
              <a:gd name="connsiteX11" fmla="*/ 797699 w 6884912"/>
              <a:gd name="connsiteY11" fmla="*/ 931362 h 1161397"/>
              <a:gd name="connsiteX12" fmla="*/ 843359 w 6884912"/>
              <a:gd name="connsiteY12" fmla="*/ 910894 h 1161397"/>
              <a:gd name="connsiteX13" fmla="*/ 965215 w 6884912"/>
              <a:gd name="connsiteY13" fmla="*/ 846701 h 1161397"/>
              <a:gd name="connsiteX14" fmla="*/ 1085080 w 6884912"/>
              <a:gd name="connsiteY14" fmla="*/ 776086 h 1161397"/>
              <a:gd name="connsiteX15" fmla="*/ 1131224 w 6884912"/>
              <a:gd name="connsiteY15" fmla="*/ 706160 h 1161397"/>
              <a:gd name="connsiteX16" fmla="*/ 1138051 w 6884912"/>
              <a:gd name="connsiteY16" fmla="*/ 702034 h 1161397"/>
              <a:gd name="connsiteX17" fmla="*/ 1158800 w 6884912"/>
              <a:gd name="connsiteY17" fmla="*/ 700004 h 1161397"/>
              <a:gd name="connsiteX18" fmla="*/ 1166947 w 6884912"/>
              <a:gd name="connsiteY18" fmla="*/ 700762 h 1161397"/>
              <a:gd name="connsiteX19" fmla="*/ 1178135 w 6884912"/>
              <a:gd name="connsiteY19" fmla="*/ 698631 h 1161397"/>
              <a:gd name="connsiteX20" fmla="*/ 1178301 w 6884912"/>
              <a:gd name="connsiteY20" fmla="*/ 698094 h 1161397"/>
              <a:gd name="connsiteX21" fmla="*/ 1188995 w 6884912"/>
              <a:gd name="connsiteY21" fmla="*/ 697048 h 1161397"/>
              <a:gd name="connsiteX22" fmla="*/ 1242716 w 6884912"/>
              <a:gd name="connsiteY22" fmla="*/ 698052 h 1161397"/>
              <a:gd name="connsiteX23" fmla="*/ 1299977 w 6884912"/>
              <a:gd name="connsiteY23" fmla="*/ 639196 h 1161397"/>
              <a:gd name="connsiteX24" fmla="*/ 1326190 w 6884912"/>
              <a:gd name="connsiteY24" fmla="*/ 625955 h 1161397"/>
              <a:gd name="connsiteX25" fmla="*/ 1339600 w 6884912"/>
              <a:gd name="connsiteY25" fmla="*/ 616295 h 1161397"/>
              <a:gd name="connsiteX26" fmla="*/ 1340054 w 6884912"/>
              <a:gd name="connsiteY26" fmla="*/ 614022 h 1161397"/>
              <a:gd name="connsiteX27" fmla="*/ 1391606 w 6884912"/>
              <a:gd name="connsiteY27" fmla="*/ 615229 h 1161397"/>
              <a:gd name="connsiteX28" fmla="*/ 1397565 w 6884912"/>
              <a:gd name="connsiteY28" fmla="*/ 611490 h 1161397"/>
              <a:gd name="connsiteX29" fmla="*/ 1432302 w 6884912"/>
              <a:gd name="connsiteY29" fmla="*/ 617267 h 1161397"/>
              <a:gd name="connsiteX30" fmla="*/ 1449644 w 6884912"/>
              <a:gd name="connsiteY30" fmla="*/ 617591 h 1161397"/>
              <a:gd name="connsiteX31" fmla="*/ 1455793 w 6884912"/>
              <a:gd name="connsiteY31" fmla="*/ 623174 h 1161397"/>
              <a:gd name="connsiteX32" fmla="*/ 1480758 w 6884912"/>
              <a:gd name="connsiteY32" fmla="*/ 620863 h 1161397"/>
              <a:gd name="connsiteX33" fmla="*/ 1483154 w 6884912"/>
              <a:gd name="connsiteY33" fmla="*/ 618527 h 1161397"/>
              <a:gd name="connsiteX34" fmla="*/ 1505495 w 6884912"/>
              <a:gd name="connsiteY34" fmla="*/ 624325 h 1161397"/>
              <a:gd name="connsiteX35" fmla="*/ 1526340 w 6884912"/>
              <a:gd name="connsiteY35" fmla="*/ 638496 h 1161397"/>
              <a:gd name="connsiteX36" fmla="*/ 1731986 w 6884912"/>
              <a:gd name="connsiteY36" fmla="*/ 589682 h 1161397"/>
              <a:gd name="connsiteX37" fmla="*/ 1927935 w 6884912"/>
              <a:gd name="connsiteY37" fmla="*/ 628540 h 1161397"/>
              <a:gd name="connsiteX38" fmla="*/ 2039075 w 6884912"/>
              <a:gd name="connsiteY38" fmla="*/ 599964 h 1161397"/>
              <a:gd name="connsiteX39" fmla="*/ 2066980 w 6884912"/>
              <a:gd name="connsiteY39" fmla="*/ 550413 h 1161397"/>
              <a:gd name="connsiteX40" fmla="*/ 2352236 w 6884912"/>
              <a:gd name="connsiteY40" fmla="*/ 519602 h 1161397"/>
              <a:gd name="connsiteX41" fmla="*/ 2420791 w 6884912"/>
              <a:gd name="connsiteY41" fmla="*/ 492826 h 1161397"/>
              <a:gd name="connsiteX42" fmla="*/ 2489932 w 6884912"/>
              <a:gd name="connsiteY42" fmla="*/ 507864 h 1161397"/>
              <a:gd name="connsiteX43" fmla="*/ 2512917 w 6884912"/>
              <a:gd name="connsiteY43" fmla="*/ 489127 h 1161397"/>
              <a:gd name="connsiteX44" fmla="*/ 2516783 w 6884912"/>
              <a:gd name="connsiteY44" fmla="*/ 485473 h 1161397"/>
              <a:gd name="connsiteX45" fmla="*/ 2534360 w 6884912"/>
              <a:gd name="connsiteY45" fmla="*/ 480064 h 1161397"/>
              <a:gd name="connsiteX46" fmla="*/ 2536691 w 6884912"/>
              <a:gd name="connsiteY46" fmla="*/ 467018 h 1161397"/>
              <a:gd name="connsiteX47" fmla="*/ 2561265 w 6884912"/>
              <a:gd name="connsiteY47" fmla="*/ 450623 h 1161397"/>
              <a:gd name="connsiteX48" fmla="*/ 2594349 w 6884912"/>
              <a:gd name="connsiteY48" fmla="*/ 443884 h 1161397"/>
              <a:gd name="connsiteX49" fmla="*/ 2754324 w 6884912"/>
              <a:gd name="connsiteY49" fmla="*/ 424766 h 1161397"/>
              <a:gd name="connsiteX50" fmla="*/ 2848470 w 6884912"/>
              <a:gd name="connsiteY50" fmla="*/ 405966 h 1161397"/>
              <a:gd name="connsiteX51" fmla="*/ 2881772 w 6884912"/>
              <a:gd name="connsiteY51" fmla="*/ 387260 h 1161397"/>
              <a:gd name="connsiteX52" fmla="*/ 2929932 w 6884912"/>
              <a:gd name="connsiteY52" fmla="*/ 368912 h 1161397"/>
              <a:gd name="connsiteX53" fmla="*/ 3013020 w 6884912"/>
              <a:gd name="connsiteY53" fmla="*/ 327578 h 1161397"/>
              <a:gd name="connsiteX54" fmla="*/ 3222191 w 6884912"/>
              <a:gd name="connsiteY54" fmla="*/ 307887 h 1161397"/>
              <a:gd name="connsiteX55" fmla="*/ 3227953 w 6884912"/>
              <a:gd name="connsiteY55" fmla="*/ 297650 h 1161397"/>
              <a:gd name="connsiteX56" fmla="*/ 3510042 w 6884912"/>
              <a:gd name="connsiteY56" fmla="*/ 311820 h 1161397"/>
              <a:gd name="connsiteX57" fmla="*/ 3626773 w 6884912"/>
              <a:gd name="connsiteY57" fmla="*/ 290452 h 1161397"/>
              <a:gd name="connsiteX58" fmla="*/ 3666217 w 6884912"/>
              <a:gd name="connsiteY58" fmla="*/ 273255 h 1161397"/>
              <a:gd name="connsiteX59" fmla="*/ 3732427 w 6884912"/>
              <a:gd name="connsiteY59" fmla="*/ 245039 h 1161397"/>
              <a:gd name="connsiteX60" fmla="*/ 3777022 w 6884912"/>
              <a:gd name="connsiteY60" fmla="*/ 200276 h 1161397"/>
              <a:gd name="connsiteX61" fmla="*/ 3791246 w 6884912"/>
              <a:gd name="connsiteY61" fmla="*/ 189996 h 1161397"/>
              <a:gd name="connsiteX62" fmla="*/ 3819864 w 6884912"/>
              <a:gd name="connsiteY62" fmla="*/ 194605 h 1161397"/>
              <a:gd name="connsiteX63" fmla="*/ 3830398 w 6884912"/>
              <a:gd name="connsiteY63" fmla="*/ 188383 h 1161397"/>
              <a:gd name="connsiteX64" fmla="*/ 3834360 w 6884912"/>
              <a:gd name="connsiteY64" fmla="*/ 188992 h 1161397"/>
              <a:gd name="connsiteX65" fmla="*/ 3843715 w 6884912"/>
              <a:gd name="connsiteY65" fmla="*/ 188752 h 1161397"/>
              <a:gd name="connsiteX66" fmla="*/ 3842609 w 6884912"/>
              <a:gd name="connsiteY66" fmla="*/ 197386 h 1161397"/>
              <a:gd name="connsiteX67" fmla="*/ 3853961 w 6884912"/>
              <a:gd name="connsiteY67" fmla="*/ 213380 h 1161397"/>
              <a:gd name="connsiteX68" fmla="*/ 3907640 w 6884912"/>
              <a:gd name="connsiteY68" fmla="*/ 207568 h 1161397"/>
              <a:gd name="connsiteX69" fmla="*/ 3910449 w 6884912"/>
              <a:gd name="connsiteY69" fmla="*/ 197808 h 1161397"/>
              <a:gd name="connsiteX70" fmla="*/ 3917197 w 6884912"/>
              <a:gd name="connsiteY70" fmla="*/ 196121 h 1161397"/>
              <a:gd name="connsiteX71" fmla="*/ 3922400 w 6884912"/>
              <a:gd name="connsiteY71" fmla="*/ 205056 h 1161397"/>
              <a:gd name="connsiteX72" fmla="*/ 4013061 w 6884912"/>
              <a:gd name="connsiteY72" fmla="*/ 224874 h 1161397"/>
              <a:gd name="connsiteX73" fmla="*/ 4220717 w 6884912"/>
              <a:gd name="connsiteY73" fmla="*/ 192946 h 1161397"/>
              <a:gd name="connsiteX74" fmla="*/ 4228802 w 6884912"/>
              <a:gd name="connsiteY74" fmla="*/ 201468 h 1161397"/>
              <a:gd name="connsiteX75" fmla="*/ 4289361 w 6884912"/>
              <a:gd name="connsiteY75" fmla="*/ 196642 h 1161397"/>
              <a:gd name="connsiteX76" fmla="*/ 4498913 w 6884912"/>
              <a:gd name="connsiteY76" fmla="*/ 118915 h 1161397"/>
              <a:gd name="connsiteX77" fmla="*/ 4617330 w 6884912"/>
              <a:gd name="connsiteY77" fmla="*/ 111163 h 1161397"/>
              <a:gd name="connsiteX78" fmla="*/ 4659778 w 6884912"/>
              <a:gd name="connsiteY78" fmla="*/ 118219 h 1161397"/>
              <a:gd name="connsiteX79" fmla="*/ 4730870 w 6884912"/>
              <a:gd name="connsiteY79" fmla="*/ 129432 h 1161397"/>
              <a:gd name="connsiteX80" fmla="*/ 4844073 w 6884912"/>
              <a:gd name="connsiteY80" fmla="*/ 161768 h 1161397"/>
              <a:gd name="connsiteX81" fmla="*/ 4856454 w 6884912"/>
              <a:gd name="connsiteY81" fmla="*/ 130488 h 1161397"/>
              <a:gd name="connsiteX82" fmla="*/ 4920038 w 6884912"/>
              <a:gd name="connsiteY82" fmla="*/ 140418 h 1161397"/>
              <a:gd name="connsiteX83" fmla="*/ 5016639 w 6884912"/>
              <a:gd name="connsiteY83" fmla="*/ 158905 h 1161397"/>
              <a:gd name="connsiteX84" fmla="*/ 5072009 w 6884912"/>
              <a:gd name="connsiteY84" fmla="*/ 161502 h 1161397"/>
              <a:gd name="connsiteX85" fmla="*/ 5223626 w 6884912"/>
              <a:gd name="connsiteY85" fmla="*/ 177356 h 1161397"/>
              <a:gd name="connsiteX86" fmla="*/ 5375773 w 6884912"/>
              <a:gd name="connsiteY86" fmla="*/ 199913 h 1161397"/>
              <a:gd name="connsiteX87" fmla="*/ 5467502 w 6884912"/>
              <a:gd name="connsiteY87" fmla="*/ 250963 h 1161397"/>
              <a:gd name="connsiteX88" fmla="*/ 5592395 w 6884912"/>
              <a:gd name="connsiteY88" fmla="*/ 265434 h 1161397"/>
              <a:gd name="connsiteX89" fmla="*/ 5613532 w 6884912"/>
              <a:gd name="connsiteY89" fmla="*/ 273379 h 1161397"/>
              <a:gd name="connsiteX90" fmla="*/ 5642173 w 6884912"/>
              <a:gd name="connsiteY90" fmla="*/ 266904 h 1161397"/>
              <a:gd name="connsiteX91" fmla="*/ 5756910 w 6884912"/>
              <a:gd name="connsiteY91" fmla="*/ 239211 h 1161397"/>
              <a:gd name="connsiteX92" fmla="*/ 5846667 w 6884912"/>
              <a:gd name="connsiteY92" fmla="*/ 201786 h 1161397"/>
              <a:gd name="connsiteX93" fmla="*/ 5960732 w 6884912"/>
              <a:gd name="connsiteY93" fmla="*/ 220708 h 1161397"/>
              <a:gd name="connsiteX94" fmla="*/ 6029542 w 6884912"/>
              <a:gd name="connsiteY94" fmla="*/ 210339 h 1161397"/>
              <a:gd name="connsiteX95" fmla="*/ 6141123 w 6884912"/>
              <a:gd name="connsiteY95" fmla="*/ 159923 h 1161397"/>
              <a:gd name="connsiteX96" fmla="*/ 6290640 w 6884912"/>
              <a:gd name="connsiteY96" fmla="*/ 167441 h 1161397"/>
              <a:gd name="connsiteX97" fmla="*/ 6322806 w 6884912"/>
              <a:gd name="connsiteY97" fmla="*/ 213293 h 1161397"/>
              <a:gd name="connsiteX98" fmla="*/ 6380420 w 6884912"/>
              <a:gd name="connsiteY98" fmla="*/ 173195 h 1161397"/>
              <a:gd name="connsiteX99" fmla="*/ 6507891 w 6884912"/>
              <a:gd name="connsiteY99" fmla="*/ 118474 h 1161397"/>
              <a:gd name="connsiteX100" fmla="*/ 6571807 w 6884912"/>
              <a:gd name="connsiteY100" fmla="*/ 98636 h 1161397"/>
              <a:gd name="connsiteX101" fmla="*/ 6671880 w 6884912"/>
              <a:gd name="connsiteY101" fmla="*/ 82931 h 1161397"/>
              <a:gd name="connsiteX102" fmla="*/ 6702266 w 6884912"/>
              <a:gd name="connsiteY102" fmla="*/ 75470 h 1161397"/>
              <a:gd name="connsiteX103" fmla="*/ 6845802 w 6884912"/>
              <a:gd name="connsiteY103" fmla="*/ 24496 h 1161397"/>
              <a:gd name="connsiteX104" fmla="*/ 6884912 w 6884912"/>
              <a:gd name="connsiteY104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601644 w 6884912"/>
              <a:gd name="connsiteY7" fmla="*/ 1003997 h 1161397"/>
              <a:gd name="connsiteX8" fmla="*/ 651408 w 6884912"/>
              <a:gd name="connsiteY8" fmla="*/ 984938 h 1161397"/>
              <a:gd name="connsiteX9" fmla="*/ 673197 w 6884912"/>
              <a:gd name="connsiteY9" fmla="*/ 1010060 h 1161397"/>
              <a:gd name="connsiteX10" fmla="*/ 723108 w 6884912"/>
              <a:gd name="connsiteY10" fmla="*/ 980081 h 1161397"/>
              <a:gd name="connsiteX11" fmla="*/ 797699 w 6884912"/>
              <a:gd name="connsiteY11" fmla="*/ 931362 h 1161397"/>
              <a:gd name="connsiteX12" fmla="*/ 843359 w 6884912"/>
              <a:gd name="connsiteY12" fmla="*/ 910894 h 1161397"/>
              <a:gd name="connsiteX13" fmla="*/ 965215 w 6884912"/>
              <a:gd name="connsiteY13" fmla="*/ 846701 h 1161397"/>
              <a:gd name="connsiteX14" fmla="*/ 1085080 w 6884912"/>
              <a:gd name="connsiteY14" fmla="*/ 776086 h 1161397"/>
              <a:gd name="connsiteX15" fmla="*/ 1131224 w 6884912"/>
              <a:gd name="connsiteY15" fmla="*/ 706160 h 1161397"/>
              <a:gd name="connsiteX16" fmla="*/ 1138051 w 6884912"/>
              <a:gd name="connsiteY16" fmla="*/ 702034 h 1161397"/>
              <a:gd name="connsiteX17" fmla="*/ 1158800 w 6884912"/>
              <a:gd name="connsiteY17" fmla="*/ 700004 h 1161397"/>
              <a:gd name="connsiteX18" fmla="*/ 1166947 w 6884912"/>
              <a:gd name="connsiteY18" fmla="*/ 700762 h 1161397"/>
              <a:gd name="connsiteX19" fmla="*/ 1178135 w 6884912"/>
              <a:gd name="connsiteY19" fmla="*/ 698631 h 1161397"/>
              <a:gd name="connsiteX20" fmla="*/ 1178301 w 6884912"/>
              <a:gd name="connsiteY20" fmla="*/ 698094 h 1161397"/>
              <a:gd name="connsiteX21" fmla="*/ 1188995 w 6884912"/>
              <a:gd name="connsiteY21" fmla="*/ 697048 h 1161397"/>
              <a:gd name="connsiteX22" fmla="*/ 1242716 w 6884912"/>
              <a:gd name="connsiteY22" fmla="*/ 698052 h 1161397"/>
              <a:gd name="connsiteX23" fmla="*/ 1299977 w 6884912"/>
              <a:gd name="connsiteY23" fmla="*/ 639196 h 1161397"/>
              <a:gd name="connsiteX24" fmla="*/ 1326190 w 6884912"/>
              <a:gd name="connsiteY24" fmla="*/ 625955 h 1161397"/>
              <a:gd name="connsiteX25" fmla="*/ 1339600 w 6884912"/>
              <a:gd name="connsiteY25" fmla="*/ 616295 h 1161397"/>
              <a:gd name="connsiteX26" fmla="*/ 1340054 w 6884912"/>
              <a:gd name="connsiteY26" fmla="*/ 614022 h 1161397"/>
              <a:gd name="connsiteX27" fmla="*/ 1391606 w 6884912"/>
              <a:gd name="connsiteY27" fmla="*/ 615229 h 1161397"/>
              <a:gd name="connsiteX28" fmla="*/ 1397565 w 6884912"/>
              <a:gd name="connsiteY28" fmla="*/ 611490 h 1161397"/>
              <a:gd name="connsiteX29" fmla="*/ 1432302 w 6884912"/>
              <a:gd name="connsiteY29" fmla="*/ 617267 h 1161397"/>
              <a:gd name="connsiteX30" fmla="*/ 1449644 w 6884912"/>
              <a:gd name="connsiteY30" fmla="*/ 617591 h 1161397"/>
              <a:gd name="connsiteX31" fmla="*/ 1455793 w 6884912"/>
              <a:gd name="connsiteY31" fmla="*/ 623174 h 1161397"/>
              <a:gd name="connsiteX32" fmla="*/ 1480758 w 6884912"/>
              <a:gd name="connsiteY32" fmla="*/ 620863 h 1161397"/>
              <a:gd name="connsiteX33" fmla="*/ 1483154 w 6884912"/>
              <a:gd name="connsiteY33" fmla="*/ 618527 h 1161397"/>
              <a:gd name="connsiteX34" fmla="*/ 1505495 w 6884912"/>
              <a:gd name="connsiteY34" fmla="*/ 624325 h 1161397"/>
              <a:gd name="connsiteX35" fmla="*/ 1526340 w 6884912"/>
              <a:gd name="connsiteY35" fmla="*/ 638496 h 1161397"/>
              <a:gd name="connsiteX36" fmla="*/ 1731986 w 6884912"/>
              <a:gd name="connsiteY36" fmla="*/ 589682 h 1161397"/>
              <a:gd name="connsiteX37" fmla="*/ 1927935 w 6884912"/>
              <a:gd name="connsiteY37" fmla="*/ 628540 h 1161397"/>
              <a:gd name="connsiteX38" fmla="*/ 2039075 w 6884912"/>
              <a:gd name="connsiteY38" fmla="*/ 599964 h 1161397"/>
              <a:gd name="connsiteX39" fmla="*/ 2066980 w 6884912"/>
              <a:gd name="connsiteY39" fmla="*/ 550413 h 1161397"/>
              <a:gd name="connsiteX40" fmla="*/ 2352236 w 6884912"/>
              <a:gd name="connsiteY40" fmla="*/ 519602 h 1161397"/>
              <a:gd name="connsiteX41" fmla="*/ 2420791 w 6884912"/>
              <a:gd name="connsiteY41" fmla="*/ 492826 h 1161397"/>
              <a:gd name="connsiteX42" fmla="*/ 2489932 w 6884912"/>
              <a:gd name="connsiteY42" fmla="*/ 507864 h 1161397"/>
              <a:gd name="connsiteX43" fmla="*/ 2512917 w 6884912"/>
              <a:gd name="connsiteY43" fmla="*/ 489127 h 1161397"/>
              <a:gd name="connsiteX44" fmla="*/ 2516783 w 6884912"/>
              <a:gd name="connsiteY44" fmla="*/ 485473 h 1161397"/>
              <a:gd name="connsiteX45" fmla="*/ 2534360 w 6884912"/>
              <a:gd name="connsiteY45" fmla="*/ 480064 h 1161397"/>
              <a:gd name="connsiteX46" fmla="*/ 2536691 w 6884912"/>
              <a:gd name="connsiteY46" fmla="*/ 467018 h 1161397"/>
              <a:gd name="connsiteX47" fmla="*/ 2561265 w 6884912"/>
              <a:gd name="connsiteY47" fmla="*/ 450623 h 1161397"/>
              <a:gd name="connsiteX48" fmla="*/ 2594349 w 6884912"/>
              <a:gd name="connsiteY48" fmla="*/ 443884 h 1161397"/>
              <a:gd name="connsiteX49" fmla="*/ 2754324 w 6884912"/>
              <a:gd name="connsiteY49" fmla="*/ 424766 h 1161397"/>
              <a:gd name="connsiteX50" fmla="*/ 2848470 w 6884912"/>
              <a:gd name="connsiteY50" fmla="*/ 405966 h 1161397"/>
              <a:gd name="connsiteX51" fmla="*/ 2881772 w 6884912"/>
              <a:gd name="connsiteY51" fmla="*/ 387260 h 1161397"/>
              <a:gd name="connsiteX52" fmla="*/ 2929932 w 6884912"/>
              <a:gd name="connsiteY52" fmla="*/ 368912 h 1161397"/>
              <a:gd name="connsiteX53" fmla="*/ 3013020 w 6884912"/>
              <a:gd name="connsiteY53" fmla="*/ 327578 h 1161397"/>
              <a:gd name="connsiteX54" fmla="*/ 3222191 w 6884912"/>
              <a:gd name="connsiteY54" fmla="*/ 307887 h 1161397"/>
              <a:gd name="connsiteX55" fmla="*/ 3227953 w 6884912"/>
              <a:gd name="connsiteY55" fmla="*/ 297650 h 1161397"/>
              <a:gd name="connsiteX56" fmla="*/ 3510042 w 6884912"/>
              <a:gd name="connsiteY56" fmla="*/ 311820 h 1161397"/>
              <a:gd name="connsiteX57" fmla="*/ 3626773 w 6884912"/>
              <a:gd name="connsiteY57" fmla="*/ 290452 h 1161397"/>
              <a:gd name="connsiteX58" fmla="*/ 3666217 w 6884912"/>
              <a:gd name="connsiteY58" fmla="*/ 273255 h 1161397"/>
              <a:gd name="connsiteX59" fmla="*/ 3732427 w 6884912"/>
              <a:gd name="connsiteY59" fmla="*/ 245039 h 1161397"/>
              <a:gd name="connsiteX60" fmla="*/ 3777022 w 6884912"/>
              <a:gd name="connsiteY60" fmla="*/ 200276 h 1161397"/>
              <a:gd name="connsiteX61" fmla="*/ 3791246 w 6884912"/>
              <a:gd name="connsiteY61" fmla="*/ 189996 h 1161397"/>
              <a:gd name="connsiteX62" fmla="*/ 3819864 w 6884912"/>
              <a:gd name="connsiteY62" fmla="*/ 194605 h 1161397"/>
              <a:gd name="connsiteX63" fmla="*/ 3830398 w 6884912"/>
              <a:gd name="connsiteY63" fmla="*/ 188383 h 1161397"/>
              <a:gd name="connsiteX64" fmla="*/ 3834360 w 6884912"/>
              <a:gd name="connsiteY64" fmla="*/ 188992 h 1161397"/>
              <a:gd name="connsiteX65" fmla="*/ 3843715 w 6884912"/>
              <a:gd name="connsiteY65" fmla="*/ 188752 h 1161397"/>
              <a:gd name="connsiteX66" fmla="*/ 3842609 w 6884912"/>
              <a:gd name="connsiteY66" fmla="*/ 197386 h 1161397"/>
              <a:gd name="connsiteX67" fmla="*/ 3853961 w 6884912"/>
              <a:gd name="connsiteY67" fmla="*/ 213380 h 1161397"/>
              <a:gd name="connsiteX68" fmla="*/ 3907640 w 6884912"/>
              <a:gd name="connsiteY68" fmla="*/ 207568 h 1161397"/>
              <a:gd name="connsiteX69" fmla="*/ 3910449 w 6884912"/>
              <a:gd name="connsiteY69" fmla="*/ 197808 h 1161397"/>
              <a:gd name="connsiteX70" fmla="*/ 3917197 w 6884912"/>
              <a:gd name="connsiteY70" fmla="*/ 196121 h 1161397"/>
              <a:gd name="connsiteX71" fmla="*/ 3922400 w 6884912"/>
              <a:gd name="connsiteY71" fmla="*/ 205056 h 1161397"/>
              <a:gd name="connsiteX72" fmla="*/ 4013061 w 6884912"/>
              <a:gd name="connsiteY72" fmla="*/ 224874 h 1161397"/>
              <a:gd name="connsiteX73" fmla="*/ 4220717 w 6884912"/>
              <a:gd name="connsiteY73" fmla="*/ 192946 h 1161397"/>
              <a:gd name="connsiteX74" fmla="*/ 4228802 w 6884912"/>
              <a:gd name="connsiteY74" fmla="*/ 201468 h 1161397"/>
              <a:gd name="connsiteX75" fmla="*/ 4289361 w 6884912"/>
              <a:gd name="connsiteY75" fmla="*/ 196642 h 1161397"/>
              <a:gd name="connsiteX76" fmla="*/ 4498913 w 6884912"/>
              <a:gd name="connsiteY76" fmla="*/ 118915 h 1161397"/>
              <a:gd name="connsiteX77" fmla="*/ 4617330 w 6884912"/>
              <a:gd name="connsiteY77" fmla="*/ 111163 h 1161397"/>
              <a:gd name="connsiteX78" fmla="*/ 4659778 w 6884912"/>
              <a:gd name="connsiteY78" fmla="*/ 118219 h 1161397"/>
              <a:gd name="connsiteX79" fmla="*/ 4730870 w 6884912"/>
              <a:gd name="connsiteY79" fmla="*/ 129432 h 1161397"/>
              <a:gd name="connsiteX80" fmla="*/ 4844073 w 6884912"/>
              <a:gd name="connsiteY80" fmla="*/ 161768 h 1161397"/>
              <a:gd name="connsiteX81" fmla="*/ 4856454 w 6884912"/>
              <a:gd name="connsiteY81" fmla="*/ 130488 h 1161397"/>
              <a:gd name="connsiteX82" fmla="*/ 4920038 w 6884912"/>
              <a:gd name="connsiteY82" fmla="*/ 140418 h 1161397"/>
              <a:gd name="connsiteX83" fmla="*/ 5016639 w 6884912"/>
              <a:gd name="connsiteY83" fmla="*/ 158905 h 1161397"/>
              <a:gd name="connsiteX84" fmla="*/ 5072009 w 6884912"/>
              <a:gd name="connsiteY84" fmla="*/ 161502 h 1161397"/>
              <a:gd name="connsiteX85" fmla="*/ 5223626 w 6884912"/>
              <a:gd name="connsiteY85" fmla="*/ 177356 h 1161397"/>
              <a:gd name="connsiteX86" fmla="*/ 5375773 w 6884912"/>
              <a:gd name="connsiteY86" fmla="*/ 199913 h 1161397"/>
              <a:gd name="connsiteX87" fmla="*/ 5467502 w 6884912"/>
              <a:gd name="connsiteY87" fmla="*/ 250963 h 1161397"/>
              <a:gd name="connsiteX88" fmla="*/ 5592395 w 6884912"/>
              <a:gd name="connsiteY88" fmla="*/ 265434 h 1161397"/>
              <a:gd name="connsiteX89" fmla="*/ 5613532 w 6884912"/>
              <a:gd name="connsiteY89" fmla="*/ 273379 h 1161397"/>
              <a:gd name="connsiteX90" fmla="*/ 5642173 w 6884912"/>
              <a:gd name="connsiteY90" fmla="*/ 266904 h 1161397"/>
              <a:gd name="connsiteX91" fmla="*/ 5756910 w 6884912"/>
              <a:gd name="connsiteY91" fmla="*/ 239211 h 1161397"/>
              <a:gd name="connsiteX92" fmla="*/ 5846667 w 6884912"/>
              <a:gd name="connsiteY92" fmla="*/ 201786 h 1161397"/>
              <a:gd name="connsiteX93" fmla="*/ 5960732 w 6884912"/>
              <a:gd name="connsiteY93" fmla="*/ 220708 h 1161397"/>
              <a:gd name="connsiteX94" fmla="*/ 6029542 w 6884912"/>
              <a:gd name="connsiteY94" fmla="*/ 210339 h 1161397"/>
              <a:gd name="connsiteX95" fmla="*/ 6141123 w 6884912"/>
              <a:gd name="connsiteY95" fmla="*/ 159923 h 1161397"/>
              <a:gd name="connsiteX96" fmla="*/ 6290640 w 6884912"/>
              <a:gd name="connsiteY96" fmla="*/ 167441 h 1161397"/>
              <a:gd name="connsiteX97" fmla="*/ 6322806 w 6884912"/>
              <a:gd name="connsiteY97" fmla="*/ 213293 h 1161397"/>
              <a:gd name="connsiteX98" fmla="*/ 6380420 w 6884912"/>
              <a:gd name="connsiteY98" fmla="*/ 173195 h 1161397"/>
              <a:gd name="connsiteX99" fmla="*/ 6507891 w 6884912"/>
              <a:gd name="connsiteY99" fmla="*/ 118474 h 1161397"/>
              <a:gd name="connsiteX100" fmla="*/ 6571807 w 6884912"/>
              <a:gd name="connsiteY100" fmla="*/ 98636 h 1161397"/>
              <a:gd name="connsiteX101" fmla="*/ 6671880 w 6884912"/>
              <a:gd name="connsiteY101" fmla="*/ 82931 h 1161397"/>
              <a:gd name="connsiteX102" fmla="*/ 6702266 w 6884912"/>
              <a:gd name="connsiteY102" fmla="*/ 75470 h 1161397"/>
              <a:gd name="connsiteX103" fmla="*/ 6845802 w 6884912"/>
              <a:gd name="connsiteY103" fmla="*/ 24496 h 1161397"/>
              <a:gd name="connsiteX104" fmla="*/ 6884912 w 6884912"/>
              <a:gd name="connsiteY104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601644 w 6884912"/>
              <a:gd name="connsiteY7" fmla="*/ 1003997 h 1161397"/>
              <a:gd name="connsiteX8" fmla="*/ 651408 w 6884912"/>
              <a:gd name="connsiteY8" fmla="*/ 984938 h 1161397"/>
              <a:gd name="connsiteX9" fmla="*/ 723108 w 6884912"/>
              <a:gd name="connsiteY9" fmla="*/ 980081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78301 w 6884912"/>
              <a:gd name="connsiteY19" fmla="*/ 698094 h 1161397"/>
              <a:gd name="connsiteX20" fmla="*/ 1188995 w 6884912"/>
              <a:gd name="connsiteY20" fmla="*/ 697048 h 1161397"/>
              <a:gd name="connsiteX21" fmla="*/ 1242716 w 6884912"/>
              <a:gd name="connsiteY21" fmla="*/ 698052 h 1161397"/>
              <a:gd name="connsiteX22" fmla="*/ 1299977 w 6884912"/>
              <a:gd name="connsiteY22" fmla="*/ 639196 h 1161397"/>
              <a:gd name="connsiteX23" fmla="*/ 1326190 w 6884912"/>
              <a:gd name="connsiteY23" fmla="*/ 625955 h 1161397"/>
              <a:gd name="connsiteX24" fmla="*/ 1339600 w 6884912"/>
              <a:gd name="connsiteY24" fmla="*/ 616295 h 1161397"/>
              <a:gd name="connsiteX25" fmla="*/ 1340054 w 6884912"/>
              <a:gd name="connsiteY25" fmla="*/ 614022 h 1161397"/>
              <a:gd name="connsiteX26" fmla="*/ 1391606 w 6884912"/>
              <a:gd name="connsiteY26" fmla="*/ 615229 h 1161397"/>
              <a:gd name="connsiteX27" fmla="*/ 1397565 w 6884912"/>
              <a:gd name="connsiteY27" fmla="*/ 611490 h 1161397"/>
              <a:gd name="connsiteX28" fmla="*/ 1432302 w 6884912"/>
              <a:gd name="connsiteY28" fmla="*/ 617267 h 1161397"/>
              <a:gd name="connsiteX29" fmla="*/ 1449644 w 6884912"/>
              <a:gd name="connsiteY29" fmla="*/ 617591 h 1161397"/>
              <a:gd name="connsiteX30" fmla="*/ 1455793 w 6884912"/>
              <a:gd name="connsiteY30" fmla="*/ 623174 h 1161397"/>
              <a:gd name="connsiteX31" fmla="*/ 1480758 w 6884912"/>
              <a:gd name="connsiteY31" fmla="*/ 620863 h 1161397"/>
              <a:gd name="connsiteX32" fmla="*/ 1483154 w 6884912"/>
              <a:gd name="connsiteY32" fmla="*/ 618527 h 1161397"/>
              <a:gd name="connsiteX33" fmla="*/ 1505495 w 6884912"/>
              <a:gd name="connsiteY33" fmla="*/ 624325 h 1161397"/>
              <a:gd name="connsiteX34" fmla="*/ 1526340 w 6884912"/>
              <a:gd name="connsiteY34" fmla="*/ 638496 h 1161397"/>
              <a:gd name="connsiteX35" fmla="*/ 1731986 w 6884912"/>
              <a:gd name="connsiteY35" fmla="*/ 589682 h 1161397"/>
              <a:gd name="connsiteX36" fmla="*/ 1927935 w 6884912"/>
              <a:gd name="connsiteY36" fmla="*/ 628540 h 1161397"/>
              <a:gd name="connsiteX37" fmla="*/ 2039075 w 6884912"/>
              <a:gd name="connsiteY37" fmla="*/ 599964 h 1161397"/>
              <a:gd name="connsiteX38" fmla="*/ 2066980 w 6884912"/>
              <a:gd name="connsiteY38" fmla="*/ 550413 h 1161397"/>
              <a:gd name="connsiteX39" fmla="*/ 2352236 w 6884912"/>
              <a:gd name="connsiteY39" fmla="*/ 519602 h 1161397"/>
              <a:gd name="connsiteX40" fmla="*/ 2420791 w 6884912"/>
              <a:gd name="connsiteY40" fmla="*/ 492826 h 1161397"/>
              <a:gd name="connsiteX41" fmla="*/ 2489932 w 6884912"/>
              <a:gd name="connsiteY41" fmla="*/ 507864 h 1161397"/>
              <a:gd name="connsiteX42" fmla="*/ 2512917 w 6884912"/>
              <a:gd name="connsiteY42" fmla="*/ 489127 h 1161397"/>
              <a:gd name="connsiteX43" fmla="*/ 2516783 w 6884912"/>
              <a:gd name="connsiteY43" fmla="*/ 485473 h 1161397"/>
              <a:gd name="connsiteX44" fmla="*/ 2534360 w 6884912"/>
              <a:gd name="connsiteY44" fmla="*/ 480064 h 1161397"/>
              <a:gd name="connsiteX45" fmla="*/ 2536691 w 6884912"/>
              <a:gd name="connsiteY45" fmla="*/ 467018 h 1161397"/>
              <a:gd name="connsiteX46" fmla="*/ 2561265 w 6884912"/>
              <a:gd name="connsiteY46" fmla="*/ 450623 h 1161397"/>
              <a:gd name="connsiteX47" fmla="*/ 2594349 w 6884912"/>
              <a:gd name="connsiteY47" fmla="*/ 443884 h 1161397"/>
              <a:gd name="connsiteX48" fmla="*/ 2754324 w 6884912"/>
              <a:gd name="connsiteY48" fmla="*/ 424766 h 1161397"/>
              <a:gd name="connsiteX49" fmla="*/ 2848470 w 6884912"/>
              <a:gd name="connsiteY49" fmla="*/ 405966 h 1161397"/>
              <a:gd name="connsiteX50" fmla="*/ 2881772 w 6884912"/>
              <a:gd name="connsiteY50" fmla="*/ 387260 h 1161397"/>
              <a:gd name="connsiteX51" fmla="*/ 2929932 w 6884912"/>
              <a:gd name="connsiteY51" fmla="*/ 368912 h 1161397"/>
              <a:gd name="connsiteX52" fmla="*/ 3013020 w 6884912"/>
              <a:gd name="connsiteY52" fmla="*/ 327578 h 1161397"/>
              <a:gd name="connsiteX53" fmla="*/ 3222191 w 6884912"/>
              <a:gd name="connsiteY53" fmla="*/ 307887 h 1161397"/>
              <a:gd name="connsiteX54" fmla="*/ 3227953 w 6884912"/>
              <a:gd name="connsiteY54" fmla="*/ 297650 h 1161397"/>
              <a:gd name="connsiteX55" fmla="*/ 3510042 w 6884912"/>
              <a:gd name="connsiteY55" fmla="*/ 311820 h 1161397"/>
              <a:gd name="connsiteX56" fmla="*/ 3626773 w 6884912"/>
              <a:gd name="connsiteY56" fmla="*/ 290452 h 1161397"/>
              <a:gd name="connsiteX57" fmla="*/ 3666217 w 6884912"/>
              <a:gd name="connsiteY57" fmla="*/ 273255 h 1161397"/>
              <a:gd name="connsiteX58" fmla="*/ 3732427 w 6884912"/>
              <a:gd name="connsiteY58" fmla="*/ 245039 h 1161397"/>
              <a:gd name="connsiteX59" fmla="*/ 3777022 w 6884912"/>
              <a:gd name="connsiteY59" fmla="*/ 200276 h 1161397"/>
              <a:gd name="connsiteX60" fmla="*/ 3791246 w 6884912"/>
              <a:gd name="connsiteY60" fmla="*/ 189996 h 1161397"/>
              <a:gd name="connsiteX61" fmla="*/ 3819864 w 6884912"/>
              <a:gd name="connsiteY61" fmla="*/ 194605 h 1161397"/>
              <a:gd name="connsiteX62" fmla="*/ 3830398 w 6884912"/>
              <a:gd name="connsiteY62" fmla="*/ 188383 h 1161397"/>
              <a:gd name="connsiteX63" fmla="*/ 3834360 w 6884912"/>
              <a:gd name="connsiteY63" fmla="*/ 188992 h 1161397"/>
              <a:gd name="connsiteX64" fmla="*/ 3843715 w 6884912"/>
              <a:gd name="connsiteY64" fmla="*/ 188752 h 1161397"/>
              <a:gd name="connsiteX65" fmla="*/ 3842609 w 6884912"/>
              <a:gd name="connsiteY65" fmla="*/ 197386 h 1161397"/>
              <a:gd name="connsiteX66" fmla="*/ 3853961 w 6884912"/>
              <a:gd name="connsiteY66" fmla="*/ 213380 h 1161397"/>
              <a:gd name="connsiteX67" fmla="*/ 3907640 w 6884912"/>
              <a:gd name="connsiteY67" fmla="*/ 207568 h 1161397"/>
              <a:gd name="connsiteX68" fmla="*/ 3910449 w 6884912"/>
              <a:gd name="connsiteY68" fmla="*/ 197808 h 1161397"/>
              <a:gd name="connsiteX69" fmla="*/ 3917197 w 6884912"/>
              <a:gd name="connsiteY69" fmla="*/ 196121 h 1161397"/>
              <a:gd name="connsiteX70" fmla="*/ 3922400 w 6884912"/>
              <a:gd name="connsiteY70" fmla="*/ 205056 h 1161397"/>
              <a:gd name="connsiteX71" fmla="*/ 4013061 w 6884912"/>
              <a:gd name="connsiteY71" fmla="*/ 224874 h 1161397"/>
              <a:gd name="connsiteX72" fmla="*/ 4220717 w 6884912"/>
              <a:gd name="connsiteY72" fmla="*/ 192946 h 1161397"/>
              <a:gd name="connsiteX73" fmla="*/ 4228802 w 6884912"/>
              <a:gd name="connsiteY73" fmla="*/ 201468 h 1161397"/>
              <a:gd name="connsiteX74" fmla="*/ 4289361 w 6884912"/>
              <a:gd name="connsiteY74" fmla="*/ 196642 h 1161397"/>
              <a:gd name="connsiteX75" fmla="*/ 4498913 w 6884912"/>
              <a:gd name="connsiteY75" fmla="*/ 118915 h 1161397"/>
              <a:gd name="connsiteX76" fmla="*/ 4617330 w 6884912"/>
              <a:gd name="connsiteY76" fmla="*/ 111163 h 1161397"/>
              <a:gd name="connsiteX77" fmla="*/ 4659778 w 6884912"/>
              <a:gd name="connsiteY77" fmla="*/ 118219 h 1161397"/>
              <a:gd name="connsiteX78" fmla="*/ 4730870 w 6884912"/>
              <a:gd name="connsiteY78" fmla="*/ 129432 h 1161397"/>
              <a:gd name="connsiteX79" fmla="*/ 4844073 w 6884912"/>
              <a:gd name="connsiteY79" fmla="*/ 161768 h 1161397"/>
              <a:gd name="connsiteX80" fmla="*/ 4856454 w 6884912"/>
              <a:gd name="connsiteY80" fmla="*/ 130488 h 1161397"/>
              <a:gd name="connsiteX81" fmla="*/ 4920038 w 6884912"/>
              <a:gd name="connsiteY81" fmla="*/ 140418 h 1161397"/>
              <a:gd name="connsiteX82" fmla="*/ 5016639 w 6884912"/>
              <a:gd name="connsiteY82" fmla="*/ 158905 h 1161397"/>
              <a:gd name="connsiteX83" fmla="*/ 5072009 w 6884912"/>
              <a:gd name="connsiteY83" fmla="*/ 161502 h 1161397"/>
              <a:gd name="connsiteX84" fmla="*/ 5223626 w 6884912"/>
              <a:gd name="connsiteY84" fmla="*/ 177356 h 1161397"/>
              <a:gd name="connsiteX85" fmla="*/ 5375773 w 6884912"/>
              <a:gd name="connsiteY85" fmla="*/ 199913 h 1161397"/>
              <a:gd name="connsiteX86" fmla="*/ 5467502 w 6884912"/>
              <a:gd name="connsiteY86" fmla="*/ 250963 h 1161397"/>
              <a:gd name="connsiteX87" fmla="*/ 5592395 w 6884912"/>
              <a:gd name="connsiteY87" fmla="*/ 265434 h 1161397"/>
              <a:gd name="connsiteX88" fmla="*/ 5613532 w 6884912"/>
              <a:gd name="connsiteY88" fmla="*/ 273379 h 1161397"/>
              <a:gd name="connsiteX89" fmla="*/ 5642173 w 6884912"/>
              <a:gd name="connsiteY89" fmla="*/ 266904 h 1161397"/>
              <a:gd name="connsiteX90" fmla="*/ 5756910 w 6884912"/>
              <a:gd name="connsiteY90" fmla="*/ 239211 h 1161397"/>
              <a:gd name="connsiteX91" fmla="*/ 5846667 w 6884912"/>
              <a:gd name="connsiteY91" fmla="*/ 201786 h 1161397"/>
              <a:gd name="connsiteX92" fmla="*/ 5960732 w 6884912"/>
              <a:gd name="connsiteY92" fmla="*/ 220708 h 1161397"/>
              <a:gd name="connsiteX93" fmla="*/ 6029542 w 6884912"/>
              <a:gd name="connsiteY93" fmla="*/ 210339 h 1161397"/>
              <a:gd name="connsiteX94" fmla="*/ 6141123 w 6884912"/>
              <a:gd name="connsiteY94" fmla="*/ 159923 h 1161397"/>
              <a:gd name="connsiteX95" fmla="*/ 6290640 w 6884912"/>
              <a:gd name="connsiteY95" fmla="*/ 167441 h 1161397"/>
              <a:gd name="connsiteX96" fmla="*/ 6322806 w 6884912"/>
              <a:gd name="connsiteY96" fmla="*/ 213293 h 1161397"/>
              <a:gd name="connsiteX97" fmla="*/ 6380420 w 6884912"/>
              <a:gd name="connsiteY97" fmla="*/ 173195 h 1161397"/>
              <a:gd name="connsiteX98" fmla="*/ 6507891 w 6884912"/>
              <a:gd name="connsiteY98" fmla="*/ 118474 h 1161397"/>
              <a:gd name="connsiteX99" fmla="*/ 6571807 w 6884912"/>
              <a:gd name="connsiteY99" fmla="*/ 98636 h 1161397"/>
              <a:gd name="connsiteX100" fmla="*/ 6671880 w 6884912"/>
              <a:gd name="connsiteY100" fmla="*/ 82931 h 1161397"/>
              <a:gd name="connsiteX101" fmla="*/ 6702266 w 6884912"/>
              <a:gd name="connsiteY101" fmla="*/ 75470 h 1161397"/>
              <a:gd name="connsiteX102" fmla="*/ 6845802 w 6884912"/>
              <a:gd name="connsiteY102" fmla="*/ 24496 h 1161397"/>
              <a:gd name="connsiteX103" fmla="*/ 6884912 w 6884912"/>
              <a:gd name="connsiteY103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80081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78301 w 6884912"/>
              <a:gd name="connsiteY19" fmla="*/ 698094 h 1161397"/>
              <a:gd name="connsiteX20" fmla="*/ 1188995 w 6884912"/>
              <a:gd name="connsiteY20" fmla="*/ 697048 h 1161397"/>
              <a:gd name="connsiteX21" fmla="*/ 1242716 w 6884912"/>
              <a:gd name="connsiteY21" fmla="*/ 698052 h 1161397"/>
              <a:gd name="connsiteX22" fmla="*/ 1299977 w 6884912"/>
              <a:gd name="connsiteY22" fmla="*/ 639196 h 1161397"/>
              <a:gd name="connsiteX23" fmla="*/ 1326190 w 6884912"/>
              <a:gd name="connsiteY23" fmla="*/ 625955 h 1161397"/>
              <a:gd name="connsiteX24" fmla="*/ 1339600 w 6884912"/>
              <a:gd name="connsiteY24" fmla="*/ 616295 h 1161397"/>
              <a:gd name="connsiteX25" fmla="*/ 1340054 w 6884912"/>
              <a:gd name="connsiteY25" fmla="*/ 614022 h 1161397"/>
              <a:gd name="connsiteX26" fmla="*/ 1391606 w 6884912"/>
              <a:gd name="connsiteY26" fmla="*/ 615229 h 1161397"/>
              <a:gd name="connsiteX27" fmla="*/ 1397565 w 6884912"/>
              <a:gd name="connsiteY27" fmla="*/ 611490 h 1161397"/>
              <a:gd name="connsiteX28" fmla="*/ 1432302 w 6884912"/>
              <a:gd name="connsiteY28" fmla="*/ 617267 h 1161397"/>
              <a:gd name="connsiteX29" fmla="*/ 1449644 w 6884912"/>
              <a:gd name="connsiteY29" fmla="*/ 617591 h 1161397"/>
              <a:gd name="connsiteX30" fmla="*/ 1455793 w 6884912"/>
              <a:gd name="connsiteY30" fmla="*/ 623174 h 1161397"/>
              <a:gd name="connsiteX31" fmla="*/ 1480758 w 6884912"/>
              <a:gd name="connsiteY31" fmla="*/ 620863 h 1161397"/>
              <a:gd name="connsiteX32" fmla="*/ 1483154 w 6884912"/>
              <a:gd name="connsiteY32" fmla="*/ 618527 h 1161397"/>
              <a:gd name="connsiteX33" fmla="*/ 1505495 w 6884912"/>
              <a:gd name="connsiteY33" fmla="*/ 624325 h 1161397"/>
              <a:gd name="connsiteX34" fmla="*/ 1526340 w 6884912"/>
              <a:gd name="connsiteY34" fmla="*/ 638496 h 1161397"/>
              <a:gd name="connsiteX35" fmla="*/ 1731986 w 6884912"/>
              <a:gd name="connsiteY35" fmla="*/ 589682 h 1161397"/>
              <a:gd name="connsiteX36" fmla="*/ 1927935 w 6884912"/>
              <a:gd name="connsiteY36" fmla="*/ 628540 h 1161397"/>
              <a:gd name="connsiteX37" fmla="*/ 2039075 w 6884912"/>
              <a:gd name="connsiteY37" fmla="*/ 599964 h 1161397"/>
              <a:gd name="connsiteX38" fmla="*/ 2066980 w 6884912"/>
              <a:gd name="connsiteY38" fmla="*/ 550413 h 1161397"/>
              <a:gd name="connsiteX39" fmla="*/ 2352236 w 6884912"/>
              <a:gd name="connsiteY39" fmla="*/ 519602 h 1161397"/>
              <a:gd name="connsiteX40" fmla="*/ 2420791 w 6884912"/>
              <a:gd name="connsiteY40" fmla="*/ 492826 h 1161397"/>
              <a:gd name="connsiteX41" fmla="*/ 2489932 w 6884912"/>
              <a:gd name="connsiteY41" fmla="*/ 507864 h 1161397"/>
              <a:gd name="connsiteX42" fmla="*/ 2512917 w 6884912"/>
              <a:gd name="connsiteY42" fmla="*/ 489127 h 1161397"/>
              <a:gd name="connsiteX43" fmla="*/ 2516783 w 6884912"/>
              <a:gd name="connsiteY43" fmla="*/ 485473 h 1161397"/>
              <a:gd name="connsiteX44" fmla="*/ 2534360 w 6884912"/>
              <a:gd name="connsiteY44" fmla="*/ 480064 h 1161397"/>
              <a:gd name="connsiteX45" fmla="*/ 2536691 w 6884912"/>
              <a:gd name="connsiteY45" fmla="*/ 467018 h 1161397"/>
              <a:gd name="connsiteX46" fmla="*/ 2561265 w 6884912"/>
              <a:gd name="connsiteY46" fmla="*/ 450623 h 1161397"/>
              <a:gd name="connsiteX47" fmla="*/ 2594349 w 6884912"/>
              <a:gd name="connsiteY47" fmla="*/ 443884 h 1161397"/>
              <a:gd name="connsiteX48" fmla="*/ 2754324 w 6884912"/>
              <a:gd name="connsiteY48" fmla="*/ 424766 h 1161397"/>
              <a:gd name="connsiteX49" fmla="*/ 2848470 w 6884912"/>
              <a:gd name="connsiteY49" fmla="*/ 405966 h 1161397"/>
              <a:gd name="connsiteX50" fmla="*/ 2881772 w 6884912"/>
              <a:gd name="connsiteY50" fmla="*/ 387260 h 1161397"/>
              <a:gd name="connsiteX51" fmla="*/ 2929932 w 6884912"/>
              <a:gd name="connsiteY51" fmla="*/ 368912 h 1161397"/>
              <a:gd name="connsiteX52" fmla="*/ 3013020 w 6884912"/>
              <a:gd name="connsiteY52" fmla="*/ 327578 h 1161397"/>
              <a:gd name="connsiteX53" fmla="*/ 3222191 w 6884912"/>
              <a:gd name="connsiteY53" fmla="*/ 307887 h 1161397"/>
              <a:gd name="connsiteX54" fmla="*/ 3227953 w 6884912"/>
              <a:gd name="connsiteY54" fmla="*/ 297650 h 1161397"/>
              <a:gd name="connsiteX55" fmla="*/ 3510042 w 6884912"/>
              <a:gd name="connsiteY55" fmla="*/ 311820 h 1161397"/>
              <a:gd name="connsiteX56" fmla="*/ 3626773 w 6884912"/>
              <a:gd name="connsiteY56" fmla="*/ 290452 h 1161397"/>
              <a:gd name="connsiteX57" fmla="*/ 3666217 w 6884912"/>
              <a:gd name="connsiteY57" fmla="*/ 273255 h 1161397"/>
              <a:gd name="connsiteX58" fmla="*/ 3732427 w 6884912"/>
              <a:gd name="connsiteY58" fmla="*/ 245039 h 1161397"/>
              <a:gd name="connsiteX59" fmla="*/ 3777022 w 6884912"/>
              <a:gd name="connsiteY59" fmla="*/ 200276 h 1161397"/>
              <a:gd name="connsiteX60" fmla="*/ 3791246 w 6884912"/>
              <a:gd name="connsiteY60" fmla="*/ 189996 h 1161397"/>
              <a:gd name="connsiteX61" fmla="*/ 3819864 w 6884912"/>
              <a:gd name="connsiteY61" fmla="*/ 194605 h 1161397"/>
              <a:gd name="connsiteX62" fmla="*/ 3830398 w 6884912"/>
              <a:gd name="connsiteY62" fmla="*/ 188383 h 1161397"/>
              <a:gd name="connsiteX63" fmla="*/ 3834360 w 6884912"/>
              <a:gd name="connsiteY63" fmla="*/ 188992 h 1161397"/>
              <a:gd name="connsiteX64" fmla="*/ 3843715 w 6884912"/>
              <a:gd name="connsiteY64" fmla="*/ 188752 h 1161397"/>
              <a:gd name="connsiteX65" fmla="*/ 3842609 w 6884912"/>
              <a:gd name="connsiteY65" fmla="*/ 197386 h 1161397"/>
              <a:gd name="connsiteX66" fmla="*/ 3853961 w 6884912"/>
              <a:gd name="connsiteY66" fmla="*/ 213380 h 1161397"/>
              <a:gd name="connsiteX67" fmla="*/ 3907640 w 6884912"/>
              <a:gd name="connsiteY67" fmla="*/ 207568 h 1161397"/>
              <a:gd name="connsiteX68" fmla="*/ 3910449 w 6884912"/>
              <a:gd name="connsiteY68" fmla="*/ 197808 h 1161397"/>
              <a:gd name="connsiteX69" fmla="*/ 3917197 w 6884912"/>
              <a:gd name="connsiteY69" fmla="*/ 196121 h 1161397"/>
              <a:gd name="connsiteX70" fmla="*/ 3922400 w 6884912"/>
              <a:gd name="connsiteY70" fmla="*/ 205056 h 1161397"/>
              <a:gd name="connsiteX71" fmla="*/ 4013061 w 6884912"/>
              <a:gd name="connsiteY71" fmla="*/ 224874 h 1161397"/>
              <a:gd name="connsiteX72" fmla="*/ 4220717 w 6884912"/>
              <a:gd name="connsiteY72" fmla="*/ 192946 h 1161397"/>
              <a:gd name="connsiteX73" fmla="*/ 4228802 w 6884912"/>
              <a:gd name="connsiteY73" fmla="*/ 201468 h 1161397"/>
              <a:gd name="connsiteX74" fmla="*/ 4289361 w 6884912"/>
              <a:gd name="connsiteY74" fmla="*/ 196642 h 1161397"/>
              <a:gd name="connsiteX75" fmla="*/ 4498913 w 6884912"/>
              <a:gd name="connsiteY75" fmla="*/ 118915 h 1161397"/>
              <a:gd name="connsiteX76" fmla="*/ 4617330 w 6884912"/>
              <a:gd name="connsiteY76" fmla="*/ 111163 h 1161397"/>
              <a:gd name="connsiteX77" fmla="*/ 4659778 w 6884912"/>
              <a:gd name="connsiteY77" fmla="*/ 118219 h 1161397"/>
              <a:gd name="connsiteX78" fmla="*/ 4730870 w 6884912"/>
              <a:gd name="connsiteY78" fmla="*/ 129432 h 1161397"/>
              <a:gd name="connsiteX79" fmla="*/ 4844073 w 6884912"/>
              <a:gd name="connsiteY79" fmla="*/ 161768 h 1161397"/>
              <a:gd name="connsiteX80" fmla="*/ 4856454 w 6884912"/>
              <a:gd name="connsiteY80" fmla="*/ 130488 h 1161397"/>
              <a:gd name="connsiteX81" fmla="*/ 4920038 w 6884912"/>
              <a:gd name="connsiteY81" fmla="*/ 140418 h 1161397"/>
              <a:gd name="connsiteX82" fmla="*/ 5016639 w 6884912"/>
              <a:gd name="connsiteY82" fmla="*/ 158905 h 1161397"/>
              <a:gd name="connsiteX83" fmla="*/ 5072009 w 6884912"/>
              <a:gd name="connsiteY83" fmla="*/ 161502 h 1161397"/>
              <a:gd name="connsiteX84" fmla="*/ 5223626 w 6884912"/>
              <a:gd name="connsiteY84" fmla="*/ 177356 h 1161397"/>
              <a:gd name="connsiteX85" fmla="*/ 5375773 w 6884912"/>
              <a:gd name="connsiteY85" fmla="*/ 199913 h 1161397"/>
              <a:gd name="connsiteX86" fmla="*/ 5467502 w 6884912"/>
              <a:gd name="connsiteY86" fmla="*/ 250963 h 1161397"/>
              <a:gd name="connsiteX87" fmla="*/ 5592395 w 6884912"/>
              <a:gd name="connsiteY87" fmla="*/ 265434 h 1161397"/>
              <a:gd name="connsiteX88" fmla="*/ 5613532 w 6884912"/>
              <a:gd name="connsiteY88" fmla="*/ 273379 h 1161397"/>
              <a:gd name="connsiteX89" fmla="*/ 5642173 w 6884912"/>
              <a:gd name="connsiteY89" fmla="*/ 266904 h 1161397"/>
              <a:gd name="connsiteX90" fmla="*/ 5756910 w 6884912"/>
              <a:gd name="connsiteY90" fmla="*/ 239211 h 1161397"/>
              <a:gd name="connsiteX91" fmla="*/ 5846667 w 6884912"/>
              <a:gd name="connsiteY91" fmla="*/ 201786 h 1161397"/>
              <a:gd name="connsiteX92" fmla="*/ 5960732 w 6884912"/>
              <a:gd name="connsiteY92" fmla="*/ 220708 h 1161397"/>
              <a:gd name="connsiteX93" fmla="*/ 6029542 w 6884912"/>
              <a:gd name="connsiteY93" fmla="*/ 210339 h 1161397"/>
              <a:gd name="connsiteX94" fmla="*/ 6141123 w 6884912"/>
              <a:gd name="connsiteY94" fmla="*/ 159923 h 1161397"/>
              <a:gd name="connsiteX95" fmla="*/ 6290640 w 6884912"/>
              <a:gd name="connsiteY95" fmla="*/ 167441 h 1161397"/>
              <a:gd name="connsiteX96" fmla="*/ 6322806 w 6884912"/>
              <a:gd name="connsiteY96" fmla="*/ 213293 h 1161397"/>
              <a:gd name="connsiteX97" fmla="*/ 6380420 w 6884912"/>
              <a:gd name="connsiteY97" fmla="*/ 173195 h 1161397"/>
              <a:gd name="connsiteX98" fmla="*/ 6507891 w 6884912"/>
              <a:gd name="connsiteY98" fmla="*/ 118474 h 1161397"/>
              <a:gd name="connsiteX99" fmla="*/ 6571807 w 6884912"/>
              <a:gd name="connsiteY99" fmla="*/ 98636 h 1161397"/>
              <a:gd name="connsiteX100" fmla="*/ 6671880 w 6884912"/>
              <a:gd name="connsiteY100" fmla="*/ 82931 h 1161397"/>
              <a:gd name="connsiteX101" fmla="*/ 6702266 w 6884912"/>
              <a:gd name="connsiteY101" fmla="*/ 75470 h 1161397"/>
              <a:gd name="connsiteX102" fmla="*/ 6845802 w 6884912"/>
              <a:gd name="connsiteY102" fmla="*/ 24496 h 1161397"/>
              <a:gd name="connsiteX103" fmla="*/ 6884912 w 6884912"/>
              <a:gd name="connsiteY103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78301 w 6884912"/>
              <a:gd name="connsiteY19" fmla="*/ 698094 h 1161397"/>
              <a:gd name="connsiteX20" fmla="*/ 1188995 w 6884912"/>
              <a:gd name="connsiteY20" fmla="*/ 697048 h 1161397"/>
              <a:gd name="connsiteX21" fmla="*/ 1242716 w 6884912"/>
              <a:gd name="connsiteY21" fmla="*/ 698052 h 1161397"/>
              <a:gd name="connsiteX22" fmla="*/ 1299977 w 6884912"/>
              <a:gd name="connsiteY22" fmla="*/ 639196 h 1161397"/>
              <a:gd name="connsiteX23" fmla="*/ 1326190 w 6884912"/>
              <a:gd name="connsiteY23" fmla="*/ 625955 h 1161397"/>
              <a:gd name="connsiteX24" fmla="*/ 1339600 w 6884912"/>
              <a:gd name="connsiteY24" fmla="*/ 616295 h 1161397"/>
              <a:gd name="connsiteX25" fmla="*/ 1340054 w 6884912"/>
              <a:gd name="connsiteY25" fmla="*/ 614022 h 1161397"/>
              <a:gd name="connsiteX26" fmla="*/ 1391606 w 6884912"/>
              <a:gd name="connsiteY26" fmla="*/ 615229 h 1161397"/>
              <a:gd name="connsiteX27" fmla="*/ 1397565 w 6884912"/>
              <a:gd name="connsiteY27" fmla="*/ 611490 h 1161397"/>
              <a:gd name="connsiteX28" fmla="*/ 1432302 w 6884912"/>
              <a:gd name="connsiteY28" fmla="*/ 617267 h 1161397"/>
              <a:gd name="connsiteX29" fmla="*/ 1449644 w 6884912"/>
              <a:gd name="connsiteY29" fmla="*/ 617591 h 1161397"/>
              <a:gd name="connsiteX30" fmla="*/ 1455793 w 6884912"/>
              <a:gd name="connsiteY30" fmla="*/ 623174 h 1161397"/>
              <a:gd name="connsiteX31" fmla="*/ 1480758 w 6884912"/>
              <a:gd name="connsiteY31" fmla="*/ 620863 h 1161397"/>
              <a:gd name="connsiteX32" fmla="*/ 1483154 w 6884912"/>
              <a:gd name="connsiteY32" fmla="*/ 618527 h 1161397"/>
              <a:gd name="connsiteX33" fmla="*/ 1505495 w 6884912"/>
              <a:gd name="connsiteY33" fmla="*/ 624325 h 1161397"/>
              <a:gd name="connsiteX34" fmla="*/ 1526340 w 6884912"/>
              <a:gd name="connsiteY34" fmla="*/ 638496 h 1161397"/>
              <a:gd name="connsiteX35" fmla="*/ 1731986 w 6884912"/>
              <a:gd name="connsiteY35" fmla="*/ 589682 h 1161397"/>
              <a:gd name="connsiteX36" fmla="*/ 1927935 w 6884912"/>
              <a:gd name="connsiteY36" fmla="*/ 628540 h 1161397"/>
              <a:gd name="connsiteX37" fmla="*/ 2039075 w 6884912"/>
              <a:gd name="connsiteY37" fmla="*/ 599964 h 1161397"/>
              <a:gd name="connsiteX38" fmla="*/ 2066980 w 6884912"/>
              <a:gd name="connsiteY38" fmla="*/ 550413 h 1161397"/>
              <a:gd name="connsiteX39" fmla="*/ 2352236 w 6884912"/>
              <a:gd name="connsiteY39" fmla="*/ 519602 h 1161397"/>
              <a:gd name="connsiteX40" fmla="*/ 2420791 w 6884912"/>
              <a:gd name="connsiteY40" fmla="*/ 492826 h 1161397"/>
              <a:gd name="connsiteX41" fmla="*/ 2489932 w 6884912"/>
              <a:gd name="connsiteY41" fmla="*/ 507864 h 1161397"/>
              <a:gd name="connsiteX42" fmla="*/ 2512917 w 6884912"/>
              <a:gd name="connsiteY42" fmla="*/ 489127 h 1161397"/>
              <a:gd name="connsiteX43" fmla="*/ 2516783 w 6884912"/>
              <a:gd name="connsiteY43" fmla="*/ 485473 h 1161397"/>
              <a:gd name="connsiteX44" fmla="*/ 2534360 w 6884912"/>
              <a:gd name="connsiteY44" fmla="*/ 480064 h 1161397"/>
              <a:gd name="connsiteX45" fmla="*/ 2536691 w 6884912"/>
              <a:gd name="connsiteY45" fmla="*/ 467018 h 1161397"/>
              <a:gd name="connsiteX46" fmla="*/ 2561265 w 6884912"/>
              <a:gd name="connsiteY46" fmla="*/ 450623 h 1161397"/>
              <a:gd name="connsiteX47" fmla="*/ 2594349 w 6884912"/>
              <a:gd name="connsiteY47" fmla="*/ 443884 h 1161397"/>
              <a:gd name="connsiteX48" fmla="*/ 2754324 w 6884912"/>
              <a:gd name="connsiteY48" fmla="*/ 424766 h 1161397"/>
              <a:gd name="connsiteX49" fmla="*/ 2848470 w 6884912"/>
              <a:gd name="connsiteY49" fmla="*/ 405966 h 1161397"/>
              <a:gd name="connsiteX50" fmla="*/ 2881772 w 6884912"/>
              <a:gd name="connsiteY50" fmla="*/ 387260 h 1161397"/>
              <a:gd name="connsiteX51" fmla="*/ 2929932 w 6884912"/>
              <a:gd name="connsiteY51" fmla="*/ 368912 h 1161397"/>
              <a:gd name="connsiteX52" fmla="*/ 3013020 w 6884912"/>
              <a:gd name="connsiteY52" fmla="*/ 327578 h 1161397"/>
              <a:gd name="connsiteX53" fmla="*/ 3222191 w 6884912"/>
              <a:gd name="connsiteY53" fmla="*/ 307887 h 1161397"/>
              <a:gd name="connsiteX54" fmla="*/ 3227953 w 6884912"/>
              <a:gd name="connsiteY54" fmla="*/ 297650 h 1161397"/>
              <a:gd name="connsiteX55" fmla="*/ 3510042 w 6884912"/>
              <a:gd name="connsiteY55" fmla="*/ 311820 h 1161397"/>
              <a:gd name="connsiteX56" fmla="*/ 3626773 w 6884912"/>
              <a:gd name="connsiteY56" fmla="*/ 290452 h 1161397"/>
              <a:gd name="connsiteX57" fmla="*/ 3666217 w 6884912"/>
              <a:gd name="connsiteY57" fmla="*/ 273255 h 1161397"/>
              <a:gd name="connsiteX58" fmla="*/ 3732427 w 6884912"/>
              <a:gd name="connsiteY58" fmla="*/ 245039 h 1161397"/>
              <a:gd name="connsiteX59" fmla="*/ 3777022 w 6884912"/>
              <a:gd name="connsiteY59" fmla="*/ 200276 h 1161397"/>
              <a:gd name="connsiteX60" fmla="*/ 3791246 w 6884912"/>
              <a:gd name="connsiteY60" fmla="*/ 189996 h 1161397"/>
              <a:gd name="connsiteX61" fmla="*/ 3819864 w 6884912"/>
              <a:gd name="connsiteY61" fmla="*/ 194605 h 1161397"/>
              <a:gd name="connsiteX62" fmla="*/ 3830398 w 6884912"/>
              <a:gd name="connsiteY62" fmla="*/ 188383 h 1161397"/>
              <a:gd name="connsiteX63" fmla="*/ 3834360 w 6884912"/>
              <a:gd name="connsiteY63" fmla="*/ 188992 h 1161397"/>
              <a:gd name="connsiteX64" fmla="*/ 3843715 w 6884912"/>
              <a:gd name="connsiteY64" fmla="*/ 188752 h 1161397"/>
              <a:gd name="connsiteX65" fmla="*/ 3842609 w 6884912"/>
              <a:gd name="connsiteY65" fmla="*/ 197386 h 1161397"/>
              <a:gd name="connsiteX66" fmla="*/ 3853961 w 6884912"/>
              <a:gd name="connsiteY66" fmla="*/ 213380 h 1161397"/>
              <a:gd name="connsiteX67" fmla="*/ 3907640 w 6884912"/>
              <a:gd name="connsiteY67" fmla="*/ 207568 h 1161397"/>
              <a:gd name="connsiteX68" fmla="*/ 3910449 w 6884912"/>
              <a:gd name="connsiteY68" fmla="*/ 197808 h 1161397"/>
              <a:gd name="connsiteX69" fmla="*/ 3917197 w 6884912"/>
              <a:gd name="connsiteY69" fmla="*/ 196121 h 1161397"/>
              <a:gd name="connsiteX70" fmla="*/ 3922400 w 6884912"/>
              <a:gd name="connsiteY70" fmla="*/ 205056 h 1161397"/>
              <a:gd name="connsiteX71" fmla="*/ 4013061 w 6884912"/>
              <a:gd name="connsiteY71" fmla="*/ 224874 h 1161397"/>
              <a:gd name="connsiteX72" fmla="*/ 4220717 w 6884912"/>
              <a:gd name="connsiteY72" fmla="*/ 192946 h 1161397"/>
              <a:gd name="connsiteX73" fmla="*/ 4228802 w 6884912"/>
              <a:gd name="connsiteY73" fmla="*/ 201468 h 1161397"/>
              <a:gd name="connsiteX74" fmla="*/ 4289361 w 6884912"/>
              <a:gd name="connsiteY74" fmla="*/ 196642 h 1161397"/>
              <a:gd name="connsiteX75" fmla="*/ 4498913 w 6884912"/>
              <a:gd name="connsiteY75" fmla="*/ 118915 h 1161397"/>
              <a:gd name="connsiteX76" fmla="*/ 4617330 w 6884912"/>
              <a:gd name="connsiteY76" fmla="*/ 111163 h 1161397"/>
              <a:gd name="connsiteX77" fmla="*/ 4659778 w 6884912"/>
              <a:gd name="connsiteY77" fmla="*/ 118219 h 1161397"/>
              <a:gd name="connsiteX78" fmla="*/ 4730870 w 6884912"/>
              <a:gd name="connsiteY78" fmla="*/ 129432 h 1161397"/>
              <a:gd name="connsiteX79" fmla="*/ 4844073 w 6884912"/>
              <a:gd name="connsiteY79" fmla="*/ 161768 h 1161397"/>
              <a:gd name="connsiteX80" fmla="*/ 4856454 w 6884912"/>
              <a:gd name="connsiteY80" fmla="*/ 130488 h 1161397"/>
              <a:gd name="connsiteX81" fmla="*/ 4920038 w 6884912"/>
              <a:gd name="connsiteY81" fmla="*/ 140418 h 1161397"/>
              <a:gd name="connsiteX82" fmla="*/ 5016639 w 6884912"/>
              <a:gd name="connsiteY82" fmla="*/ 158905 h 1161397"/>
              <a:gd name="connsiteX83" fmla="*/ 5072009 w 6884912"/>
              <a:gd name="connsiteY83" fmla="*/ 161502 h 1161397"/>
              <a:gd name="connsiteX84" fmla="*/ 5223626 w 6884912"/>
              <a:gd name="connsiteY84" fmla="*/ 177356 h 1161397"/>
              <a:gd name="connsiteX85" fmla="*/ 5375773 w 6884912"/>
              <a:gd name="connsiteY85" fmla="*/ 199913 h 1161397"/>
              <a:gd name="connsiteX86" fmla="*/ 5467502 w 6884912"/>
              <a:gd name="connsiteY86" fmla="*/ 250963 h 1161397"/>
              <a:gd name="connsiteX87" fmla="*/ 5592395 w 6884912"/>
              <a:gd name="connsiteY87" fmla="*/ 265434 h 1161397"/>
              <a:gd name="connsiteX88" fmla="*/ 5613532 w 6884912"/>
              <a:gd name="connsiteY88" fmla="*/ 273379 h 1161397"/>
              <a:gd name="connsiteX89" fmla="*/ 5642173 w 6884912"/>
              <a:gd name="connsiteY89" fmla="*/ 266904 h 1161397"/>
              <a:gd name="connsiteX90" fmla="*/ 5756910 w 6884912"/>
              <a:gd name="connsiteY90" fmla="*/ 239211 h 1161397"/>
              <a:gd name="connsiteX91" fmla="*/ 5846667 w 6884912"/>
              <a:gd name="connsiteY91" fmla="*/ 201786 h 1161397"/>
              <a:gd name="connsiteX92" fmla="*/ 5960732 w 6884912"/>
              <a:gd name="connsiteY92" fmla="*/ 220708 h 1161397"/>
              <a:gd name="connsiteX93" fmla="*/ 6029542 w 6884912"/>
              <a:gd name="connsiteY93" fmla="*/ 210339 h 1161397"/>
              <a:gd name="connsiteX94" fmla="*/ 6141123 w 6884912"/>
              <a:gd name="connsiteY94" fmla="*/ 159923 h 1161397"/>
              <a:gd name="connsiteX95" fmla="*/ 6290640 w 6884912"/>
              <a:gd name="connsiteY95" fmla="*/ 167441 h 1161397"/>
              <a:gd name="connsiteX96" fmla="*/ 6322806 w 6884912"/>
              <a:gd name="connsiteY96" fmla="*/ 213293 h 1161397"/>
              <a:gd name="connsiteX97" fmla="*/ 6380420 w 6884912"/>
              <a:gd name="connsiteY97" fmla="*/ 173195 h 1161397"/>
              <a:gd name="connsiteX98" fmla="*/ 6507891 w 6884912"/>
              <a:gd name="connsiteY98" fmla="*/ 118474 h 1161397"/>
              <a:gd name="connsiteX99" fmla="*/ 6571807 w 6884912"/>
              <a:gd name="connsiteY99" fmla="*/ 98636 h 1161397"/>
              <a:gd name="connsiteX100" fmla="*/ 6671880 w 6884912"/>
              <a:gd name="connsiteY100" fmla="*/ 82931 h 1161397"/>
              <a:gd name="connsiteX101" fmla="*/ 6702266 w 6884912"/>
              <a:gd name="connsiteY101" fmla="*/ 75470 h 1161397"/>
              <a:gd name="connsiteX102" fmla="*/ 6845802 w 6884912"/>
              <a:gd name="connsiteY102" fmla="*/ 24496 h 1161397"/>
              <a:gd name="connsiteX103" fmla="*/ 6884912 w 6884912"/>
              <a:gd name="connsiteY103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58800 w 6884912"/>
              <a:gd name="connsiteY16" fmla="*/ 700004 h 1161397"/>
              <a:gd name="connsiteX17" fmla="*/ 1166947 w 6884912"/>
              <a:gd name="connsiteY17" fmla="*/ 700762 h 1161397"/>
              <a:gd name="connsiteX18" fmla="*/ 1178135 w 6884912"/>
              <a:gd name="connsiteY18" fmla="*/ 698631 h 1161397"/>
              <a:gd name="connsiteX19" fmla="*/ 1178301 w 6884912"/>
              <a:gd name="connsiteY19" fmla="*/ 698094 h 1161397"/>
              <a:gd name="connsiteX20" fmla="*/ 1242716 w 6884912"/>
              <a:gd name="connsiteY20" fmla="*/ 698052 h 1161397"/>
              <a:gd name="connsiteX21" fmla="*/ 1299977 w 6884912"/>
              <a:gd name="connsiteY21" fmla="*/ 639196 h 1161397"/>
              <a:gd name="connsiteX22" fmla="*/ 1326190 w 6884912"/>
              <a:gd name="connsiteY22" fmla="*/ 625955 h 1161397"/>
              <a:gd name="connsiteX23" fmla="*/ 1339600 w 6884912"/>
              <a:gd name="connsiteY23" fmla="*/ 616295 h 1161397"/>
              <a:gd name="connsiteX24" fmla="*/ 1340054 w 6884912"/>
              <a:gd name="connsiteY24" fmla="*/ 614022 h 1161397"/>
              <a:gd name="connsiteX25" fmla="*/ 1391606 w 6884912"/>
              <a:gd name="connsiteY25" fmla="*/ 615229 h 1161397"/>
              <a:gd name="connsiteX26" fmla="*/ 1397565 w 6884912"/>
              <a:gd name="connsiteY26" fmla="*/ 611490 h 1161397"/>
              <a:gd name="connsiteX27" fmla="*/ 1432302 w 6884912"/>
              <a:gd name="connsiteY27" fmla="*/ 617267 h 1161397"/>
              <a:gd name="connsiteX28" fmla="*/ 1449644 w 6884912"/>
              <a:gd name="connsiteY28" fmla="*/ 617591 h 1161397"/>
              <a:gd name="connsiteX29" fmla="*/ 1455793 w 6884912"/>
              <a:gd name="connsiteY29" fmla="*/ 623174 h 1161397"/>
              <a:gd name="connsiteX30" fmla="*/ 1480758 w 6884912"/>
              <a:gd name="connsiteY30" fmla="*/ 620863 h 1161397"/>
              <a:gd name="connsiteX31" fmla="*/ 1483154 w 6884912"/>
              <a:gd name="connsiteY31" fmla="*/ 618527 h 1161397"/>
              <a:gd name="connsiteX32" fmla="*/ 1505495 w 6884912"/>
              <a:gd name="connsiteY32" fmla="*/ 624325 h 1161397"/>
              <a:gd name="connsiteX33" fmla="*/ 1526340 w 6884912"/>
              <a:gd name="connsiteY33" fmla="*/ 638496 h 1161397"/>
              <a:gd name="connsiteX34" fmla="*/ 1731986 w 6884912"/>
              <a:gd name="connsiteY34" fmla="*/ 589682 h 1161397"/>
              <a:gd name="connsiteX35" fmla="*/ 1927935 w 6884912"/>
              <a:gd name="connsiteY35" fmla="*/ 628540 h 1161397"/>
              <a:gd name="connsiteX36" fmla="*/ 2039075 w 6884912"/>
              <a:gd name="connsiteY36" fmla="*/ 599964 h 1161397"/>
              <a:gd name="connsiteX37" fmla="*/ 2066980 w 6884912"/>
              <a:gd name="connsiteY37" fmla="*/ 550413 h 1161397"/>
              <a:gd name="connsiteX38" fmla="*/ 2352236 w 6884912"/>
              <a:gd name="connsiteY38" fmla="*/ 519602 h 1161397"/>
              <a:gd name="connsiteX39" fmla="*/ 2420791 w 6884912"/>
              <a:gd name="connsiteY39" fmla="*/ 492826 h 1161397"/>
              <a:gd name="connsiteX40" fmla="*/ 2489932 w 6884912"/>
              <a:gd name="connsiteY40" fmla="*/ 507864 h 1161397"/>
              <a:gd name="connsiteX41" fmla="*/ 2512917 w 6884912"/>
              <a:gd name="connsiteY41" fmla="*/ 489127 h 1161397"/>
              <a:gd name="connsiteX42" fmla="*/ 2516783 w 6884912"/>
              <a:gd name="connsiteY42" fmla="*/ 485473 h 1161397"/>
              <a:gd name="connsiteX43" fmla="*/ 2534360 w 6884912"/>
              <a:gd name="connsiteY43" fmla="*/ 480064 h 1161397"/>
              <a:gd name="connsiteX44" fmla="*/ 2536691 w 6884912"/>
              <a:gd name="connsiteY44" fmla="*/ 467018 h 1161397"/>
              <a:gd name="connsiteX45" fmla="*/ 2561265 w 6884912"/>
              <a:gd name="connsiteY45" fmla="*/ 450623 h 1161397"/>
              <a:gd name="connsiteX46" fmla="*/ 2594349 w 6884912"/>
              <a:gd name="connsiteY46" fmla="*/ 443884 h 1161397"/>
              <a:gd name="connsiteX47" fmla="*/ 2754324 w 6884912"/>
              <a:gd name="connsiteY47" fmla="*/ 424766 h 1161397"/>
              <a:gd name="connsiteX48" fmla="*/ 2848470 w 6884912"/>
              <a:gd name="connsiteY48" fmla="*/ 405966 h 1161397"/>
              <a:gd name="connsiteX49" fmla="*/ 2881772 w 6884912"/>
              <a:gd name="connsiteY49" fmla="*/ 387260 h 1161397"/>
              <a:gd name="connsiteX50" fmla="*/ 2929932 w 6884912"/>
              <a:gd name="connsiteY50" fmla="*/ 368912 h 1161397"/>
              <a:gd name="connsiteX51" fmla="*/ 3013020 w 6884912"/>
              <a:gd name="connsiteY51" fmla="*/ 327578 h 1161397"/>
              <a:gd name="connsiteX52" fmla="*/ 3222191 w 6884912"/>
              <a:gd name="connsiteY52" fmla="*/ 307887 h 1161397"/>
              <a:gd name="connsiteX53" fmla="*/ 3227953 w 6884912"/>
              <a:gd name="connsiteY53" fmla="*/ 297650 h 1161397"/>
              <a:gd name="connsiteX54" fmla="*/ 3510042 w 6884912"/>
              <a:gd name="connsiteY54" fmla="*/ 311820 h 1161397"/>
              <a:gd name="connsiteX55" fmla="*/ 3626773 w 6884912"/>
              <a:gd name="connsiteY55" fmla="*/ 290452 h 1161397"/>
              <a:gd name="connsiteX56" fmla="*/ 3666217 w 6884912"/>
              <a:gd name="connsiteY56" fmla="*/ 273255 h 1161397"/>
              <a:gd name="connsiteX57" fmla="*/ 3732427 w 6884912"/>
              <a:gd name="connsiteY57" fmla="*/ 245039 h 1161397"/>
              <a:gd name="connsiteX58" fmla="*/ 3777022 w 6884912"/>
              <a:gd name="connsiteY58" fmla="*/ 200276 h 1161397"/>
              <a:gd name="connsiteX59" fmla="*/ 3791246 w 6884912"/>
              <a:gd name="connsiteY59" fmla="*/ 189996 h 1161397"/>
              <a:gd name="connsiteX60" fmla="*/ 3819864 w 6884912"/>
              <a:gd name="connsiteY60" fmla="*/ 194605 h 1161397"/>
              <a:gd name="connsiteX61" fmla="*/ 3830398 w 6884912"/>
              <a:gd name="connsiteY61" fmla="*/ 188383 h 1161397"/>
              <a:gd name="connsiteX62" fmla="*/ 3834360 w 6884912"/>
              <a:gd name="connsiteY62" fmla="*/ 188992 h 1161397"/>
              <a:gd name="connsiteX63" fmla="*/ 3843715 w 6884912"/>
              <a:gd name="connsiteY63" fmla="*/ 188752 h 1161397"/>
              <a:gd name="connsiteX64" fmla="*/ 3842609 w 6884912"/>
              <a:gd name="connsiteY64" fmla="*/ 197386 h 1161397"/>
              <a:gd name="connsiteX65" fmla="*/ 3853961 w 6884912"/>
              <a:gd name="connsiteY65" fmla="*/ 213380 h 1161397"/>
              <a:gd name="connsiteX66" fmla="*/ 3907640 w 6884912"/>
              <a:gd name="connsiteY66" fmla="*/ 207568 h 1161397"/>
              <a:gd name="connsiteX67" fmla="*/ 3910449 w 6884912"/>
              <a:gd name="connsiteY67" fmla="*/ 197808 h 1161397"/>
              <a:gd name="connsiteX68" fmla="*/ 3917197 w 6884912"/>
              <a:gd name="connsiteY68" fmla="*/ 196121 h 1161397"/>
              <a:gd name="connsiteX69" fmla="*/ 3922400 w 6884912"/>
              <a:gd name="connsiteY69" fmla="*/ 205056 h 1161397"/>
              <a:gd name="connsiteX70" fmla="*/ 4013061 w 6884912"/>
              <a:gd name="connsiteY70" fmla="*/ 224874 h 1161397"/>
              <a:gd name="connsiteX71" fmla="*/ 4220717 w 6884912"/>
              <a:gd name="connsiteY71" fmla="*/ 192946 h 1161397"/>
              <a:gd name="connsiteX72" fmla="*/ 4228802 w 6884912"/>
              <a:gd name="connsiteY72" fmla="*/ 201468 h 1161397"/>
              <a:gd name="connsiteX73" fmla="*/ 4289361 w 6884912"/>
              <a:gd name="connsiteY73" fmla="*/ 196642 h 1161397"/>
              <a:gd name="connsiteX74" fmla="*/ 4498913 w 6884912"/>
              <a:gd name="connsiteY74" fmla="*/ 118915 h 1161397"/>
              <a:gd name="connsiteX75" fmla="*/ 4617330 w 6884912"/>
              <a:gd name="connsiteY75" fmla="*/ 111163 h 1161397"/>
              <a:gd name="connsiteX76" fmla="*/ 4659778 w 6884912"/>
              <a:gd name="connsiteY76" fmla="*/ 118219 h 1161397"/>
              <a:gd name="connsiteX77" fmla="*/ 4730870 w 6884912"/>
              <a:gd name="connsiteY77" fmla="*/ 129432 h 1161397"/>
              <a:gd name="connsiteX78" fmla="*/ 4844073 w 6884912"/>
              <a:gd name="connsiteY78" fmla="*/ 161768 h 1161397"/>
              <a:gd name="connsiteX79" fmla="*/ 4856454 w 6884912"/>
              <a:gd name="connsiteY79" fmla="*/ 130488 h 1161397"/>
              <a:gd name="connsiteX80" fmla="*/ 4920038 w 6884912"/>
              <a:gd name="connsiteY80" fmla="*/ 140418 h 1161397"/>
              <a:gd name="connsiteX81" fmla="*/ 5016639 w 6884912"/>
              <a:gd name="connsiteY81" fmla="*/ 158905 h 1161397"/>
              <a:gd name="connsiteX82" fmla="*/ 5072009 w 6884912"/>
              <a:gd name="connsiteY82" fmla="*/ 161502 h 1161397"/>
              <a:gd name="connsiteX83" fmla="*/ 5223626 w 6884912"/>
              <a:gd name="connsiteY83" fmla="*/ 177356 h 1161397"/>
              <a:gd name="connsiteX84" fmla="*/ 5375773 w 6884912"/>
              <a:gd name="connsiteY84" fmla="*/ 199913 h 1161397"/>
              <a:gd name="connsiteX85" fmla="*/ 5467502 w 6884912"/>
              <a:gd name="connsiteY85" fmla="*/ 250963 h 1161397"/>
              <a:gd name="connsiteX86" fmla="*/ 5592395 w 6884912"/>
              <a:gd name="connsiteY86" fmla="*/ 265434 h 1161397"/>
              <a:gd name="connsiteX87" fmla="*/ 5613532 w 6884912"/>
              <a:gd name="connsiteY87" fmla="*/ 273379 h 1161397"/>
              <a:gd name="connsiteX88" fmla="*/ 5642173 w 6884912"/>
              <a:gd name="connsiteY88" fmla="*/ 266904 h 1161397"/>
              <a:gd name="connsiteX89" fmla="*/ 5756910 w 6884912"/>
              <a:gd name="connsiteY89" fmla="*/ 239211 h 1161397"/>
              <a:gd name="connsiteX90" fmla="*/ 5846667 w 6884912"/>
              <a:gd name="connsiteY90" fmla="*/ 201786 h 1161397"/>
              <a:gd name="connsiteX91" fmla="*/ 5960732 w 6884912"/>
              <a:gd name="connsiteY91" fmla="*/ 220708 h 1161397"/>
              <a:gd name="connsiteX92" fmla="*/ 6029542 w 6884912"/>
              <a:gd name="connsiteY92" fmla="*/ 210339 h 1161397"/>
              <a:gd name="connsiteX93" fmla="*/ 6141123 w 6884912"/>
              <a:gd name="connsiteY93" fmla="*/ 159923 h 1161397"/>
              <a:gd name="connsiteX94" fmla="*/ 6290640 w 6884912"/>
              <a:gd name="connsiteY94" fmla="*/ 167441 h 1161397"/>
              <a:gd name="connsiteX95" fmla="*/ 6322806 w 6884912"/>
              <a:gd name="connsiteY95" fmla="*/ 213293 h 1161397"/>
              <a:gd name="connsiteX96" fmla="*/ 6380420 w 6884912"/>
              <a:gd name="connsiteY96" fmla="*/ 173195 h 1161397"/>
              <a:gd name="connsiteX97" fmla="*/ 6507891 w 6884912"/>
              <a:gd name="connsiteY97" fmla="*/ 118474 h 1161397"/>
              <a:gd name="connsiteX98" fmla="*/ 6571807 w 6884912"/>
              <a:gd name="connsiteY98" fmla="*/ 98636 h 1161397"/>
              <a:gd name="connsiteX99" fmla="*/ 6671880 w 6884912"/>
              <a:gd name="connsiteY99" fmla="*/ 82931 h 1161397"/>
              <a:gd name="connsiteX100" fmla="*/ 6702266 w 6884912"/>
              <a:gd name="connsiteY100" fmla="*/ 75470 h 1161397"/>
              <a:gd name="connsiteX101" fmla="*/ 6845802 w 6884912"/>
              <a:gd name="connsiteY101" fmla="*/ 24496 h 1161397"/>
              <a:gd name="connsiteX102" fmla="*/ 6884912 w 6884912"/>
              <a:gd name="connsiteY102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66947 w 6884912"/>
              <a:gd name="connsiteY16" fmla="*/ 700762 h 1161397"/>
              <a:gd name="connsiteX17" fmla="*/ 1178135 w 6884912"/>
              <a:gd name="connsiteY17" fmla="*/ 698631 h 1161397"/>
              <a:gd name="connsiteX18" fmla="*/ 1178301 w 6884912"/>
              <a:gd name="connsiteY18" fmla="*/ 698094 h 1161397"/>
              <a:gd name="connsiteX19" fmla="*/ 1242716 w 6884912"/>
              <a:gd name="connsiteY19" fmla="*/ 698052 h 1161397"/>
              <a:gd name="connsiteX20" fmla="*/ 1299977 w 6884912"/>
              <a:gd name="connsiteY20" fmla="*/ 639196 h 1161397"/>
              <a:gd name="connsiteX21" fmla="*/ 1326190 w 6884912"/>
              <a:gd name="connsiteY21" fmla="*/ 625955 h 1161397"/>
              <a:gd name="connsiteX22" fmla="*/ 1339600 w 6884912"/>
              <a:gd name="connsiteY22" fmla="*/ 616295 h 1161397"/>
              <a:gd name="connsiteX23" fmla="*/ 1340054 w 6884912"/>
              <a:gd name="connsiteY23" fmla="*/ 614022 h 1161397"/>
              <a:gd name="connsiteX24" fmla="*/ 1391606 w 6884912"/>
              <a:gd name="connsiteY24" fmla="*/ 615229 h 1161397"/>
              <a:gd name="connsiteX25" fmla="*/ 1397565 w 6884912"/>
              <a:gd name="connsiteY25" fmla="*/ 611490 h 1161397"/>
              <a:gd name="connsiteX26" fmla="*/ 1432302 w 6884912"/>
              <a:gd name="connsiteY26" fmla="*/ 617267 h 1161397"/>
              <a:gd name="connsiteX27" fmla="*/ 1449644 w 6884912"/>
              <a:gd name="connsiteY27" fmla="*/ 617591 h 1161397"/>
              <a:gd name="connsiteX28" fmla="*/ 1455793 w 6884912"/>
              <a:gd name="connsiteY28" fmla="*/ 623174 h 1161397"/>
              <a:gd name="connsiteX29" fmla="*/ 1480758 w 6884912"/>
              <a:gd name="connsiteY29" fmla="*/ 620863 h 1161397"/>
              <a:gd name="connsiteX30" fmla="*/ 1483154 w 6884912"/>
              <a:gd name="connsiteY30" fmla="*/ 618527 h 1161397"/>
              <a:gd name="connsiteX31" fmla="*/ 1505495 w 6884912"/>
              <a:gd name="connsiteY31" fmla="*/ 624325 h 1161397"/>
              <a:gd name="connsiteX32" fmla="*/ 1526340 w 6884912"/>
              <a:gd name="connsiteY32" fmla="*/ 638496 h 1161397"/>
              <a:gd name="connsiteX33" fmla="*/ 1731986 w 6884912"/>
              <a:gd name="connsiteY33" fmla="*/ 589682 h 1161397"/>
              <a:gd name="connsiteX34" fmla="*/ 1927935 w 6884912"/>
              <a:gd name="connsiteY34" fmla="*/ 628540 h 1161397"/>
              <a:gd name="connsiteX35" fmla="*/ 2039075 w 6884912"/>
              <a:gd name="connsiteY35" fmla="*/ 599964 h 1161397"/>
              <a:gd name="connsiteX36" fmla="*/ 2066980 w 6884912"/>
              <a:gd name="connsiteY36" fmla="*/ 550413 h 1161397"/>
              <a:gd name="connsiteX37" fmla="*/ 2352236 w 6884912"/>
              <a:gd name="connsiteY37" fmla="*/ 519602 h 1161397"/>
              <a:gd name="connsiteX38" fmla="*/ 2420791 w 6884912"/>
              <a:gd name="connsiteY38" fmla="*/ 492826 h 1161397"/>
              <a:gd name="connsiteX39" fmla="*/ 2489932 w 6884912"/>
              <a:gd name="connsiteY39" fmla="*/ 507864 h 1161397"/>
              <a:gd name="connsiteX40" fmla="*/ 2512917 w 6884912"/>
              <a:gd name="connsiteY40" fmla="*/ 489127 h 1161397"/>
              <a:gd name="connsiteX41" fmla="*/ 2516783 w 6884912"/>
              <a:gd name="connsiteY41" fmla="*/ 485473 h 1161397"/>
              <a:gd name="connsiteX42" fmla="*/ 2534360 w 6884912"/>
              <a:gd name="connsiteY42" fmla="*/ 480064 h 1161397"/>
              <a:gd name="connsiteX43" fmla="*/ 2536691 w 6884912"/>
              <a:gd name="connsiteY43" fmla="*/ 467018 h 1161397"/>
              <a:gd name="connsiteX44" fmla="*/ 2561265 w 6884912"/>
              <a:gd name="connsiteY44" fmla="*/ 450623 h 1161397"/>
              <a:gd name="connsiteX45" fmla="*/ 2594349 w 6884912"/>
              <a:gd name="connsiteY45" fmla="*/ 443884 h 1161397"/>
              <a:gd name="connsiteX46" fmla="*/ 2754324 w 6884912"/>
              <a:gd name="connsiteY46" fmla="*/ 424766 h 1161397"/>
              <a:gd name="connsiteX47" fmla="*/ 2848470 w 6884912"/>
              <a:gd name="connsiteY47" fmla="*/ 405966 h 1161397"/>
              <a:gd name="connsiteX48" fmla="*/ 2881772 w 6884912"/>
              <a:gd name="connsiteY48" fmla="*/ 387260 h 1161397"/>
              <a:gd name="connsiteX49" fmla="*/ 2929932 w 6884912"/>
              <a:gd name="connsiteY49" fmla="*/ 368912 h 1161397"/>
              <a:gd name="connsiteX50" fmla="*/ 3013020 w 6884912"/>
              <a:gd name="connsiteY50" fmla="*/ 327578 h 1161397"/>
              <a:gd name="connsiteX51" fmla="*/ 3222191 w 6884912"/>
              <a:gd name="connsiteY51" fmla="*/ 307887 h 1161397"/>
              <a:gd name="connsiteX52" fmla="*/ 3227953 w 6884912"/>
              <a:gd name="connsiteY52" fmla="*/ 297650 h 1161397"/>
              <a:gd name="connsiteX53" fmla="*/ 3510042 w 6884912"/>
              <a:gd name="connsiteY53" fmla="*/ 311820 h 1161397"/>
              <a:gd name="connsiteX54" fmla="*/ 3626773 w 6884912"/>
              <a:gd name="connsiteY54" fmla="*/ 290452 h 1161397"/>
              <a:gd name="connsiteX55" fmla="*/ 3666217 w 6884912"/>
              <a:gd name="connsiteY55" fmla="*/ 273255 h 1161397"/>
              <a:gd name="connsiteX56" fmla="*/ 3732427 w 6884912"/>
              <a:gd name="connsiteY56" fmla="*/ 245039 h 1161397"/>
              <a:gd name="connsiteX57" fmla="*/ 3777022 w 6884912"/>
              <a:gd name="connsiteY57" fmla="*/ 200276 h 1161397"/>
              <a:gd name="connsiteX58" fmla="*/ 3791246 w 6884912"/>
              <a:gd name="connsiteY58" fmla="*/ 189996 h 1161397"/>
              <a:gd name="connsiteX59" fmla="*/ 3819864 w 6884912"/>
              <a:gd name="connsiteY59" fmla="*/ 194605 h 1161397"/>
              <a:gd name="connsiteX60" fmla="*/ 3830398 w 6884912"/>
              <a:gd name="connsiteY60" fmla="*/ 188383 h 1161397"/>
              <a:gd name="connsiteX61" fmla="*/ 3834360 w 6884912"/>
              <a:gd name="connsiteY61" fmla="*/ 188992 h 1161397"/>
              <a:gd name="connsiteX62" fmla="*/ 3843715 w 6884912"/>
              <a:gd name="connsiteY62" fmla="*/ 188752 h 1161397"/>
              <a:gd name="connsiteX63" fmla="*/ 3842609 w 6884912"/>
              <a:gd name="connsiteY63" fmla="*/ 197386 h 1161397"/>
              <a:gd name="connsiteX64" fmla="*/ 3853961 w 6884912"/>
              <a:gd name="connsiteY64" fmla="*/ 213380 h 1161397"/>
              <a:gd name="connsiteX65" fmla="*/ 3907640 w 6884912"/>
              <a:gd name="connsiteY65" fmla="*/ 207568 h 1161397"/>
              <a:gd name="connsiteX66" fmla="*/ 3910449 w 6884912"/>
              <a:gd name="connsiteY66" fmla="*/ 197808 h 1161397"/>
              <a:gd name="connsiteX67" fmla="*/ 3917197 w 6884912"/>
              <a:gd name="connsiteY67" fmla="*/ 196121 h 1161397"/>
              <a:gd name="connsiteX68" fmla="*/ 3922400 w 6884912"/>
              <a:gd name="connsiteY68" fmla="*/ 205056 h 1161397"/>
              <a:gd name="connsiteX69" fmla="*/ 4013061 w 6884912"/>
              <a:gd name="connsiteY69" fmla="*/ 224874 h 1161397"/>
              <a:gd name="connsiteX70" fmla="*/ 4220717 w 6884912"/>
              <a:gd name="connsiteY70" fmla="*/ 192946 h 1161397"/>
              <a:gd name="connsiteX71" fmla="*/ 4228802 w 6884912"/>
              <a:gd name="connsiteY71" fmla="*/ 201468 h 1161397"/>
              <a:gd name="connsiteX72" fmla="*/ 4289361 w 6884912"/>
              <a:gd name="connsiteY72" fmla="*/ 196642 h 1161397"/>
              <a:gd name="connsiteX73" fmla="*/ 4498913 w 6884912"/>
              <a:gd name="connsiteY73" fmla="*/ 118915 h 1161397"/>
              <a:gd name="connsiteX74" fmla="*/ 4617330 w 6884912"/>
              <a:gd name="connsiteY74" fmla="*/ 111163 h 1161397"/>
              <a:gd name="connsiteX75" fmla="*/ 4659778 w 6884912"/>
              <a:gd name="connsiteY75" fmla="*/ 118219 h 1161397"/>
              <a:gd name="connsiteX76" fmla="*/ 4730870 w 6884912"/>
              <a:gd name="connsiteY76" fmla="*/ 129432 h 1161397"/>
              <a:gd name="connsiteX77" fmla="*/ 4844073 w 6884912"/>
              <a:gd name="connsiteY77" fmla="*/ 161768 h 1161397"/>
              <a:gd name="connsiteX78" fmla="*/ 4856454 w 6884912"/>
              <a:gd name="connsiteY78" fmla="*/ 130488 h 1161397"/>
              <a:gd name="connsiteX79" fmla="*/ 4920038 w 6884912"/>
              <a:gd name="connsiteY79" fmla="*/ 140418 h 1161397"/>
              <a:gd name="connsiteX80" fmla="*/ 5016639 w 6884912"/>
              <a:gd name="connsiteY80" fmla="*/ 158905 h 1161397"/>
              <a:gd name="connsiteX81" fmla="*/ 5072009 w 6884912"/>
              <a:gd name="connsiteY81" fmla="*/ 161502 h 1161397"/>
              <a:gd name="connsiteX82" fmla="*/ 5223626 w 6884912"/>
              <a:gd name="connsiteY82" fmla="*/ 177356 h 1161397"/>
              <a:gd name="connsiteX83" fmla="*/ 5375773 w 6884912"/>
              <a:gd name="connsiteY83" fmla="*/ 199913 h 1161397"/>
              <a:gd name="connsiteX84" fmla="*/ 5467502 w 6884912"/>
              <a:gd name="connsiteY84" fmla="*/ 250963 h 1161397"/>
              <a:gd name="connsiteX85" fmla="*/ 5592395 w 6884912"/>
              <a:gd name="connsiteY85" fmla="*/ 265434 h 1161397"/>
              <a:gd name="connsiteX86" fmla="*/ 5613532 w 6884912"/>
              <a:gd name="connsiteY86" fmla="*/ 273379 h 1161397"/>
              <a:gd name="connsiteX87" fmla="*/ 5642173 w 6884912"/>
              <a:gd name="connsiteY87" fmla="*/ 266904 h 1161397"/>
              <a:gd name="connsiteX88" fmla="*/ 5756910 w 6884912"/>
              <a:gd name="connsiteY88" fmla="*/ 239211 h 1161397"/>
              <a:gd name="connsiteX89" fmla="*/ 5846667 w 6884912"/>
              <a:gd name="connsiteY89" fmla="*/ 201786 h 1161397"/>
              <a:gd name="connsiteX90" fmla="*/ 5960732 w 6884912"/>
              <a:gd name="connsiteY90" fmla="*/ 220708 h 1161397"/>
              <a:gd name="connsiteX91" fmla="*/ 6029542 w 6884912"/>
              <a:gd name="connsiteY91" fmla="*/ 210339 h 1161397"/>
              <a:gd name="connsiteX92" fmla="*/ 6141123 w 6884912"/>
              <a:gd name="connsiteY92" fmla="*/ 159923 h 1161397"/>
              <a:gd name="connsiteX93" fmla="*/ 6290640 w 6884912"/>
              <a:gd name="connsiteY93" fmla="*/ 167441 h 1161397"/>
              <a:gd name="connsiteX94" fmla="*/ 6322806 w 6884912"/>
              <a:gd name="connsiteY94" fmla="*/ 213293 h 1161397"/>
              <a:gd name="connsiteX95" fmla="*/ 6380420 w 6884912"/>
              <a:gd name="connsiteY95" fmla="*/ 173195 h 1161397"/>
              <a:gd name="connsiteX96" fmla="*/ 6507891 w 6884912"/>
              <a:gd name="connsiteY96" fmla="*/ 118474 h 1161397"/>
              <a:gd name="connsiteX97" fmla="*/ 6571807 w 6884912"/>
              <a:gd name="connsiteY97" fmla="*/ 98636 h 1161397"/>
              <a:gd name="connsiteX98" fmla="*/ 6671880 w 6884912"/>
              <a:gd name="connsiteY98" fmla="*/ 82931 h 1161397"/>
              <a:gd name="connsiteX99" fmla="*/ 6702266 w 6884912"/>
              <a:gd name="connsiteY99" fmla="*/ 75470 h 1161397"/>
              <a:gd name="connsiteX100" fmla="*/ 6845802 w 6884912"/>
              <a:gd name="connsiteY100" fmla="*/ 24496 h 1161397"/>
              <a:gd name="connsiteX101" fmla="*/ 6884912 w 6884912"/>
              <a:gd name="connsiteY101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38051 w 6884912"/>
              <a:gd name="connsiteY15" fmla="*/ 702034 h 1161397"/>
              <a:gd name="connsiteX16" fmla="*/ 1178135 w 6884912"/>
              <a:gd name="connsiteY16" fmla="*/ 698631 h 1161397"/>
              <a:gd name="connsiteX17" fmla="*/ 1178301 w 6884912"/>
              <a:gd name="connsiteY17" fmla="*/ 698094 h 1161397"/>
              <a:gd name="connsiteX18" fmla="*/ 1242716 w 6884912"/>
              <a:gd name="connsiteY18" fmla="*/ 698052 h 1161397"/>
              <a:gd name="connsiteX19" fmla="*/ 1299977 w 6884912"/>
              <a:gd name="connsiteY19" fmla="*/ 639196 h 1161397"/>
              <a:gd name="connsiteX20" fmla="*/ 1326190 w 6884912"/>
              <a:gd name="connsiteY20" fmla="*/ 625955 h 1161397"/>
              <a:gd name="connsiteX21" fmla="*/ 1339600 w 6884912"/>
              <a:gd name="connsiteY21" fmla="*/ 616295 h 1161397"/>
              <a:gd name="connsiteX22" fmla="*/ 1340054 w 6884912"/>
              <a:gd name="connsiteY22" fmla="*/ 614022 h 1161397"/>
              <a:gd name="connsiteX23" fmla="*/ 1391606 w 6884912"/>
              <a:gd name="connsiteY23" fmla="*/ 615229 h 1161397"/>
              <a:gd name="connsiteX24" fmla="*/ 1397565 w 6884912"/>
              <a:gd name="connsiteY24" fmla="*/ 611490 h 1161397"/>
              <a:gd name="connsiteX25" fmla="*/ 1432302 w 6884912"/>
              <a:gd name="connsiteY25" fmla="*/ 617267 h 1161397"/>
              <a:gd name="connsiteX26" fmla="*/ 1449644 w 6884912"/>
              <a:gd name="connsiteY26" fmla="*/ 617591 h 1161397"/>
              <a:gd name="connsiteX27" fmla="*/ 1455793 w 6884912"/>
              <a:gd name="connsiteY27" fmla="*/ 623174 h 1161397"/>
              <a:gd name="connsiteX28" fmla="*/ 1480758 w 6884912"/>
              <a:gd name="connsiteY28" fmla="*/ 620863 h 1161397"/>
              <a:gd name="connsiteX29" fmla="*/ 1483154 w 6884912"/>
              <a:gd name="connsiteY29" fmla="*/ 618527 h 1161397"/>
              <a:gd name="connsiteX30" fmla="*/ 1505495 w 6884912"/>
              <a:gd name="connsiteY30" fmla="*/ 624325 h 1161397"/>
              <a:gd name="connsiteX31" fmla="*/ 1526340 w 6884912"/>
              <a:gd name="connsiteY31" fmla="*/ 638496 h 1161397"/>
              <a:gd name="connsiteX32" fmla="*/ 1731986 w 6884912"/>
              <a:gd name="connsiteY32" fmla="*/ 589682 h 1161397"/>
              <a:gd name="connsiteX33" fmla="*/ 1927935 w 6884912"/>
              <a:gd name="connsiteY33" fmla="*/ 628540 h 1161397"/>
              <a:gd name="connsiteX34" fmla="*/ 2039075 w 6884912"/>
              <a:gd name="connsiteY34" fmla="*/ 599964 h 1161397"/>
              <a:gd name="connsiteX35" fmla="*/ 2066980 w 6884912"/>
              <a:gd name="connsiteY35" fmla="*/ 550413 h 1161397"/>
              <a:gd name="connsiteX36" fmla="*/ 2352236 w 6884912"/>
              <a:gd name="connsiteY36" fmla="*/ 519602 h 1161397"/>
              <a:gd name="connsiteX37" fmla="*/ 2420791 w 6884912"/>
              <a:gd name="connsiteY37" fmla="*/ 492826 h 1161397"/>
              <a:gd name="connsiteX38" fmla="*/ 2489932 w 6884912"/>
              <a:gd name="connsiteY38" fmla="*/ 507864 h 1161397"/>
              <a:gd name="connsiteX39" fmla="*/ 2512917 w 6884912"/>
              <a:gd name="connsiteY39" fmla="*/ 489127 h 1161397"/>
              <a:gd name="connsiteX40" fmla="*/ 2516783 w 6884912"/>
              <a:gd name="connsiteY40" fmla="*/ 485473 h 1161397"/>
              <a:gd name="connsiteX41" fmla="*/ 2534360 w 6884912"/>
              <a:gd name="connsiteY41" fmla="*/ 480064 h 1161397"/>
              <a:gd name="connsiteX42" fmla="*/ 2536691 w 6884912"/>
              <a:gd name="connsiteY42" fmla="*/ 467018 h 1161397"/>
              <a:gd name="connsiteX43" fmla="*/ 2561265 w 6884912"/>
              <a:gd name="connsiteY43" fmla="*/ 450623 h 1161397"/>
              <a:gd name="connsiteX44" fmla="*/ 2594349 w 6884912"/>
              <a:gd name="connsiteY44" fmla="*/ 443884 h 1161397"/>
              <a:gd name="connsiteX45" fmla="*/ 2754324 w 6884912"/>
              <a:gd name="connsiteY45" fmla="*/ 424766 h 1161397"/>
              <a:gd name="connsiteX46" fmla="*/ 2848470 w 6884912"/>
              <a:gd name="connsiteY46" fmla="*/ 405966 h 1161397"/>
              <a:gd name="connsiteX47" fmla="*/ 2881772 w 6884912"/>
              <a:gd name="connsiteY47" fmla="*/ 387260 h 1161397"/>
              <a:gd name="connsiteX48" fmla="*/ 2929932 w 6884912"/>
              <a:gd name="connsiteY48" fmla="*/ 368912 h 1161397"/>
              <a:gd name="connsiteX49" fmla="*/ 3013020 w 6884912"/>
              <a:gd name="connsiteY49" fmla="*/ 327578 h 1161397"/>
              <a:gd name="connsiteX50" fmla="*/ 3222191 w 6884912"/>
              <a:gd name="connsiteY50" fmla="*/ 307887 h 1161397"/>
              <a:gd name="connsiteX51" fmla="*/ 3227953 w 6884912"/>
              <a:gd name="connsiteY51" fmla="*/ 297650 h 1161397"/>
              <a:gd name="connsiteX52" fmla="*/ 3510042 w 6884912"/>
              <a:gd name="connsiteY52" fmla="*/ 311820 h 1161397"/>
              <a:gd name="connsiteX53" fmla="*/ 3626773 w 6884912"/>
              <a:gd name="connsiteY53" fmla="*/ 290452 h 1161397"/>
              <a:gd name="connsiteX54" fmla="*/ 3666217 w 6884912"/>
              <a:gd name="connsiteY54" fmla="*/ 273255 h 1161397"/>
              <a:gd name="connsiteX55" fmla="*/ 3732427 w 6884912"/>
              <a:gd name="connsiteY55" fmla="*/ 245039 h 1161397"/>
              <a:gd name="connsiteX56" fmla="*/ 3777022 w 6884912"/>
              <a:gd name="connsiteY56" fmla="*/ 200276 h 1161397"/>
              <a:gd name="connsiteX57" fmla="*/ 3791246 w 6884912"/>
              <a:gd name="connsiteY57" fmla="*/ 189996 h 1161397"/>
              <a:gd name="connsiteX58" fmla="*/ 3819864 w 6884912"/>
              <a:gd name="connsiteY58" fmla="*/ 194605 h 1161397"/>
              <a:gd name="connsiteX59" fmla="*/ 3830398 w 6884912"/>
              <a:gd name="connsiteY59" fmla="*/ 188383 h 1161397"/>
              <a:gd name="connsiteX60" fmla="*/ 3834360 w 6884912"/>
              <a:gd name="connsiteY60" fmla="*/ 188992 h 1161397"/>
              <a:gd name="connsiteX61" fmla="*/ 3843715 w 6884912"/>
              <a:gd name="connsiteY61" fmla="*/ 188752 h 1161397"/>
              <a:gd name="connsiteX62" fmla="*/ 3842609 w 6884912"/>
              <a:gd name="connsiteY62" fmla="*/ 197386 h 1161397"/>
              <a:gd name="connsiteX63" fmla="*/ 3853961 w 6884912"/>
              <a:gd name="connsiteY63" fmla="*/ 213380 h 1161397"/>
              <a:gd name="connsiteX64" fmla="*/ 3907640 w 6884912"/>
              <a:gd name="connsiteY64" fmla="*/ 207568 h 1161397"/>
              <a:gd name="connsiteX65" fmla="*/ 3910449 w 6884912"/>
              <a:gd name="connsiteY65" fmla="*/ 197808 h 1161397"/>
              <a:gd name="connsiteX66" fmla="*/ 3917197 w 6884912"/>
              <a:gd name="connsiteY66" fmla="*/ 196121 h 1161397"/>
              <a:gd name="connsiteX67" fmla="*/ 3922400 w 6884912"/>
              <a:gd name="connsiteY67" fmla="*/ 205056 h 1161397"/>
              <a:gd name="connsiteX68" fmla="*/ 4013061 w 6884912"/>
              <a:gd name="connsiteY68" fmla="*/ 224874 h 1161397"/>
              <a:gd name="connsiteX69" fmla="*/ 4220717 w 6884912"/>
              <a:gd name="connsiteY69" fmla="*/ 192946 h 1161397"/>
              <a:gd name="connsiteX70" fmla="*/ 4228802 w 6884912"/>
              <a:gd name="connsiteY70" fmla="*/ 201468 h 1161397"/>
              <a:gd name="connsiteX71" fmla="*/ 4289361 w 6884912"/>
              <a:gd name="connsiteY71" fmla="*/ 196642 h 1161397"/>
              <a:gd name="connsiteX72" fmla="*/ 4498913 w 6884912"/>
              <a:gd name="connsiteY72" fmla="*/ 118915 h 1161397"/>
              <a:gd name="connsiteX73" fmla="*/ 4617330 w 6884912"/>
              <a:gd name="connsiteY73" fmla="*/ 111163 h 1161397"/>
              <a:gd name="connsiteX74" fmla="*/ 4659778 w 6884912"/>
              <a:gd name="connsiteY74" fmla="*/ 118219 h 1161397"/>
              <a:gd name="connsiteX75" fmla="*/ 4730870 w 6884912"/>
              <a:gd name="connsiteY75" fmla="*/ 129432 h 1161397"/>
              <a:gd name="connsiteX76" fmla="*/ 4844073 w 6884912"/>
              <a:gd name="connsiteY76" fmla="*/ 161768 h 1161397"/>
              <a:gd name="connsiteX77" fmla="*/ 4856454 w 6884912"/>
              <a:gd name="connsiteY77" fmla="*/ 130488 h 1161397"/>
              <a:gd name="connsiteX78" fmla="*/ 4920038 w 6884912"/>
              <a:gd name="connsiteY78" fmla="*/ 140418 h 1161397"/>
              <a:gd name="connsiteX79" fmla="*/ 5016639 w 6884912"/>
              <a:gd name="connsiteY79" fmla="*/ 158905 h 1161397"/>
              <a:gd name="connsiteX80" fmla="*/ 5072009 w 6884912"/>
              <a:gd name="connsiteY80" fmla="*/ 161502 h 1161397"/>
              <a:gd name="connsiteX81" fmla="*/ 5223626 w 6884912"/>
              <a:gd name="connsiteY81" fmla="*/ 177356 h 1161397"/>
              <a:gd name="connsiteX82" fmla="*/ 5375773 w 6884912"/>
              <a:gd name="connsiteY82" fmla="*/ 199913 h 1161397"/>
              <a:gd name="connsiteX83" fmla="*/ 5467502 w 6884912"/>
              <a:gd name="connsiteY83" fmla="*/ 250963 h 1161397"/>
              <a:gd name="connsiteX84" fmla="*/ 5592395 w 6884912"/>
              <a:gd name="connsiteY84" fmla="*/ 265434 h 1161397"/>
              <a:gd name="connsiteX85" fmla="*/ 5613532 w 6884912"/>
              <a:gd name="connsiteY85" fmla="*/ 273379 h 1161397"/>
              <a:gd name="connsiteX86" fmla="*/ 5642173 w 6884912"/>
              <a:gd name="connsiteY86" fmla="*/ 266904 h 1161397"/>
              <a:gd name="connsiteX87" fmla="*/ 5756910 w 6884912"/>
              <a:gd name="connsiteY87" fmla="*/ 239211 h 1161397"/>
              <a:gd name="connsiteX88" fmla="*/ 5846667 w 6884912"/>
              <a:gd name="connsiteY88" fmla="*/ 201786 h 1161397"/>
              <a:gd name="connsiteX89" fmla="*/ 5960732 w 6884912"/>
              <a:gd name="connsiteY89" fmla="*/ 220708 h 1161397"/>
              <a:gd name="connsiteX90" fmla="*/ 6029542 w 6884912"/>
              <a:gd name="connsiteY90" fmla="*/ 210339 h 1161397"/>
              <a:gd name="connsiteX91" fmla="*/ 6141123 w 6884912"/>
              <a:gd name="connsiteY91" fmla="*/ 159923 h 1161397"/>
              <a:gd name="connsiteX92" fmla="*/ 6290640 w 6884912"/>
              <a:gd name="connsiteY92" fmla="*/ 167441 h 1161397"/>
              <a:gd name="connsiteX93" fmla="*/ 6322806 w 6884912"/>
              <a:gd name="connsiteY93" fmla="*/ 213293 h 1161397"/>
              <a:gd name="connsiteX94" fmla="*/ 6380420 w 6884912"/>
              <a:gd name="connsiteY94" fmla="*/ 173195 h 1161397"/>
              <a:gd name="connsiteX95" fmla="*/ 6507891 w 6884912"/>
              <a:gd name="connsiteY95" fmla="*/ 118474 h 1161397"/>
              <a:gd name="connsiteX96" fmla="*/ 6571807 w 6884912"/>
              <a:gd name="connsiteY96" fmla="*/ 98636 h 1161397"/>
              <a:gd name="connsiteX97" fmla="*/ 6671880 w 6884912"/>
              <a:gd name="connsiteY97" fmla="*/ 82931 h 1161397"/>
              <a:gd name="connsiteX98" fmla="*/ 6702266 w 6884912"/>
              <a:gd name="connsiteY98" fmla="*/ 75470 h 1161397"/>
              <a:gd name="connsiteX99" fmla="*/ 6845802 w 6884912"/>
              <a:gd name="connsiteY99" fmla="*/ 24496 h 1161397"/>
              <a:gd name="connsiteX100" fmla="*/ 6884912 w 6884912"/>
              <a:gd name="connsiteY100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78135 w 6884912"/>
              <a:gd name="connsiteY15" fmla="*/ 698631 h 1161397"/>
              <a:gd name="connsiteX16" fmla="*/ 1178301 w 6884912"/>
              <a:gd name="connsiteY16" fmla="*/ 698094 h 1161397"/>
              <a:gd name="connsiteX17" fmla="*/ 1242716 w 6884912"/>
              <a:gd name="connsiteY17" fmla="*/ 698052 h 1161397"/>
              <a:gd name="connsiteX18" fmla="*/ 1299977 w 6884912"/>
              <a:gd name="connsiteY18" fmla="*/ 639196 h 1161397"/>
              <a:gd name="connsiteX19" fmla="*/ 1326190 w 6884912"/>
              <a:gd name="connsiteY19" fmla="*/ 625955 h 1161397"/>
              <a:gd name="connsiteX20" fmla="*/ 1339600 w 6884912"/>
              <a:gd name="connsiteY20" fmla="*/ 616295 h 1161397"/>
              <a:gd name="connsiteX21" fmla="*/ 1340054 w 6884912"/>
              <a:gd name="connsiteY21" fmla="*/ 614022 h 1161397"/>
              <a:gd name="connsiteX22" fmla="*/ 1391606 w 6884912"/>
              <a:gd name="connsiteY22" fmla="*/ 615229 h 1161397"/>
              <a:gd name="connsiteX23" fmla="*/ 1397565 w 6884912"/>
              <a:gd name="connsiteY23" fmla="*/ 611490 h 1161397"/>
              <a:gd name="connsiteX24" fmla="*/ 1432302 w 6884912"/>
              <a:gd name="connsiteY24" fmla="*/ 617267 h 1161397"/>
              <a:gd name="connsiteX25" fmla="*/ 1449644 w 6884912"/>
              <a:gd name="connsiteY25" fmla="*/ 617591 h 1161397"/>
              <a:gd name="connsiteX26" fmla="*/ 1455793 w 6884912"/>
              <a:gd name="connsiteY26" fmla="*/ 623174 h 1161397"/>
              <a:gd name="connsiteX27" fmla="*/ 1480758 w 6884912"/>
              <a:gd name="connsiteY27" fmla="*/ 620863 h 1161397"/>
              <a:gd name="connsiteX28" fmla="*/ 1483154 w 6884912"/>
              <a:gd name="connsiteY28" fmla="*/ 618527 h 1161397"/>
              <a:gd name="connsiteX29" fmla="*/ 1505495 w 6884912"/>
              <a:gd name="connsiteY29" fmla="*/ 624325 h 1161397"/>
              <a:gd name="connsiteX30" fmla="*/ 1526340 w 6884912"/>
              <a:gd name="connsiteY30" fmla="*/ 638496 h 1161397"/>
              <a:gd name="connsiteX31" fmla="*/ 1731986 w 6884912"/>
              <a:gd name="connsiteY31" fmla="*/ 589682 h 1161397"/>
              <a:gd name="connsiteX32" fmla="*/ 1927935 w 6884912"/>
              <a:gd name="connsiteY32" fmla="*/ 628540 h 1161397"/>
              <a:gd name="connsiteX33" fmla="*/ 2039075 w 6884912"/>
              <a:gd name="connsiteY33" fmla="*/ 599964 h 1161397"/>
              <a:gd name="connsiteX34" fmla="*/ 2066980 w 6884912"/>
              <a:gd name="connsiteY34" fmla="*/ 550413 h 1161397"/>
              <a:gd name="connsiteX35" fmla="*/ 2352236 w 6884912"/>
              <a:gd name="connsiteY35" fmla="*/ 519602 h 1161397"/>
              <a:gd name="connsiteX36" fmla="*/ 2420791 w 6884912"/>
              <a:gd name="connsiteY36" fmla="*/ 492826 h 1161397"/>
              <a:gd name="connsiteX37" fmla="*/ 2489932 w 6884912"/>
              <a:gd name="connsiteY37" fmla="*/ 507864 h 1161397"/>
              <a:gd name="connsiteX38" fmla="*/ 2512917 w 6884912"/>
              <a:gd name="connsiteY38" fmla="*/ 489127 h 1161397"/>
              <a:gd name="connsiteX39" fmla="*/ 2516783 w 6884912"/>
              <a:gd name="connsiteY39" fmla="*/ 485473 h 1161397"/>
              <a:gd name="connsiteX40" fmla="*/ 2534360 w 6884912"/>
              <a:gd name="connsiteY40" fmla="*/ 480064 h 1161397"/>
              <a:gd name="connsiteX41" fmla="*/ 2536691 w 6884912"/>
              <a:gd name="connsiteY41" fmla="*/ 467018 h 1161397"/>
              <a:gd name="connsiteX42" fmla="*/ 2561265 w 6884912"/>
              <a:gd name="connsiteY42" fmla="*/ 450623 h 1161397"/>
              <a:gd name="connsiteX43" fmla="*/ 2594349 w 6884912"/>
              <a:gd name="connsiteY43" fmla="*/ 443884 h 1161397"/>
              <a:gd name="connsiteX44" fmla="*/ 2754324 w 6884912"/>
              <a:gd name="connsiteY44" fmla="*/ 424766 h 1161397"/>
              <a:gd name="connsiteX45" fmla="*/ 2848470 w 6884912"/>
              <a:gd name="connsiteY45" fmla="*/ 405966 h 1161397"/>
              <a:gd name="connsiteX46" fmla="*/ 2881772 w 6884912"/>
              <a:gd name="connsiteY46" fmla="*/ 387260 h 1161397"/>
              <a:gd name="connsiteX47" fmla="*/ 2929932 w 6884912"/>
              <a:gd name="connsiteY47" fmla="*/ 368912 h 1161397"/>
              <a:gd name="connsiteX48" fmla="*/ 3013020 w 6884912"/>
              <a:gd name="connsiteY48" fmla="*/ 327578 h 1161397"/>
              <a:gd name="connsiteX49" fmla="*/ 3222191 w 6884912"/>
              <a:gd name="connsiteY49" fmla="*/ 307887 h 1161397"/>
              <a:gd name="connsiteX50" fmla="*/ 3227953 w 6884912"/>
              <a:gd name="connsiteY50" fmla="*/ 297650 h 1161397"/>
              <a:gd name="connsiteX51" fmla="*/ 3510042 w 6884912"/>
              <a:gd name="connsiteY51" fmla="*/ 311820 h 1161397"/>
              <a:gd name="connsiteX52" fmla="*/ 3626773 w 6884912"/>
              <a:gd name="connsiteY52" fmla="*/ 290452 h 1161397"/>
              <a:gd name="connsiteX53" fmla="*/ 3666217 w 6884912"/>
              <a:gd name="connsiteY53" fmla="*/ 273255 h 1161397"/>
              <a:gd name="connsiteX54" fmla="*/ 3732427 w 6884912"/>
              <a:gd name="connsiteY54" fmla="*/ 245039 h 1161397"/>
              <a:gd name="connsiteX55" fmla="*/ 3777022 w 6884912"/>
              <a:gd name="connsiteY55" fmla="*/ 200276 h 1161397"/>
              <a:gd name="connsiteX56" fmla="*/ 3791246 w 6884912"/>
              <a:gd name="connsiteY56" fmla="*/ 189996 h 1161397"/>
              <a:gd name="connsiteX57" fmla="*/ 3819864 w 6884912"/>
              <a:gd name="connsiteY57" fmla="*/ 194605 h 1161397"/>
              <a:gd name="connsiteX58" fmla="*/ 3830398 w 6884912"/>
              <a:gd name="connsiteY58" fmla="*/ 188383 h 1161397"/>
              <a:gd name="connsiteX59" fmla="*/ 3834360 w 6884912"/>
              <a:gd name="connsiteY59" fmla="*/ 188992 h 1161397"/>
              <a:gd name="connsiteX60" fmla="*/ 3843715 w 6884912"/>
              <a:gd name="connsiteY60" fmla="*/ 188752 h 1161397"/>
              <a:gd name="connsiteX61" fmla="*/ 3842609 w 6884912"/>
              <a:gd name="connsiteY61" fmla="*/ 197386 h 1161397"/>
              <a:gd name="connsiteX62" fmla="*/ 3853961 w 6884912"/>
              <a:gd name="connsiteY62" fmla="*/ 213380 h 1161397"/>
              <a:gd name="connsiteX63" fmla="*/ 3907640 w 6884912"/>
              <a:gd name="connsiteY63" fmla="*/ 207568 h 1161397"/>
              <a:gd name="connsiteX64" fmla="*/ 3910449 w 6884912"/>
              <a:gd name="connsiteY64" fmla="*/ 197808 h 1161397"/>
              <a:gd name="connsiteX65" fmla="*/ 3917197 w 6884912"/>
              <a:gd name="connsiteY65" fmla="*/ 196121 h 1161397"/>
              <a:gd name="connsiteX66" fmla="*/ 3922400 w 6884912"/>
              <a:gd name="connsiteY66" fmla="*/ 205056 h 1161397"/>
              <a:gd name="connsiteX67" fmla="*/ 4013061 w 6884912"/>
              <a:gd name="connsiteY67" fmla="*/ 224874 h 1161397"/>
              <a:gd name="connsiteX68" fmla="*/ 4220717 w 6884912"/>
              <a:gd name="connsiteY68" fmla="*/ 192946 h 1161397"/>
              <a:gd name="connsiteX69" fmla="*/ 4228802 w 6884912"/>
              <a:gd name="connsiteY69" fmla="*/ 201468 h 1161397"/>
              <a:gd name="connsiteX70" fmla="*/ 4289361 w 6884912"/>
              <a:gd name="connsiteY70" fmla="*/ 196642 h 1161397"/>
              <a:gd name="connsiteX71" fmla="*/ 4498913 w 6884912"/>
              <a:gd name="connsiteY71" fmla="*/ 118915 h 1161397"/>
              <a:gd name="connsiteX72" fmla="*/ 4617330 w 6884912"/>
              <a:gd name="connsiteY72" fmla="*/ 111163 h 1161397"/>
              <a:gd name="connsiteX73" fmla="*/ 4659778 w 6884912"/>
              <a:gd name="connsiteY73" fmla="*/ 118219 h 1161397"/>
              <a:gd name="connsiteX74" fmla="*/ 4730870 w 6884912"/>
              <a:gd name="connsiteY74" fmla="*/ 129432 h 1161397"/>
              <a:gd name="connsiteX75" fmla="*/ 4844073 w 6884912"/>
              <a:gd name="connsiteY75" fmla="*/ 161768 h 1161397"/>
              <a:gd name="connsiteX76" fmla="*/ 4856454 w 6884912"/>
              <a:gd name="connsiteY76" fmla="*/ 130488 h 1161397"/>
              <a:gd name="connsiteX77" fmla="*/ 4920038 w 6884912"/>
              <a:gd name="connsiteY77" fmla="*/ 140418 h 1161397"/>
              <a:gd name="connsiteX78" fmla="*/ 5016639 w 6884912"/>
              <a:gd name="connsiteY78" fmla="*/ 158905 h 1161397"/>
              <a:gd name="connsiteX79" fmla="*/ 5072009 w 6884912"/>
              <a:gd name="connsiteY79" fmla="*/ 161502 h 1161397"/>
              <a:gd name="connsiteX80" fmla="*/ 5223626 w 6884912"/>
              <a:gd name="connsiteY80" fmla="*/ 177356 h 1161397"/>
              <a:gd name="connsiteX81" fmla="*/ 5375773 w 6884912"/>
              <a:gd name="connsiteY81" fmla="*/ 199913 h 1161397"/>
              <a:gd name="connsiteX82" fmla="*/ 5467502 w 6884912"/>
              <a:gd name="connsiteY82" fmla="*/ 250963 h 1161397"/>
              <a:gd name="connsiteX83" fmla="*/ 5592395 w 6884912"/>
              <a:gd name="connsiteY83" fmla="*/ 265434 h 1161397"/>
              <a:gd name="connsiteX84" fmla="*/ 5613532 w 6884912"/>
              <a:gd name="connsiteY84" fmla="*/ 273379 h 1161397"/>
              <a:gd name="connsiteX85" fmla="*/ 5642173 w 6884912"/>
              <a:gd name="connsiteY85" fmla="*/ 266904 h 1161397"/>
              <a:gd name="connsiteX86" fmla="*/ 5756910 w 6884912"/>
              <a:gd name="connsiteY86" fmla="*/ 239211 h 1161397"/>
              <a:gd name="connsiteX87" fmla="*/ 5846667 w 6884912"/>
              <a:gd name="connsiteY87" fmla="*/ 201786 h 1161397"/>
              <a:gd name="connsiteX88" fmla="*/ 5960732 w 6884912"/>
              <a:gd name="connsiteY88" fmla="*/ 220708 h 1161397"/>
              <a:gd name="connsiteX89" fmla="*/ 6029542 w 6884912"/>
              <a:gd name="connsiteY89" fmla="*/ 210339 h 1161397"/>
              <a:gd name="connsiteX90" fmla="*/ 6141123 w 6884912"/>
              <a:gd name="connsiteY90" fmla="*/ 159923 h 1161397"/>
              <a:gd name="connsiteX91" fmla="*/ 6290640 w 6884912"/>
              <a:gd name="connsiteY91" fmla="*/ 167441 h 1161397"/>
              <a:gd name="connsiteX92" fmla="*/ 6322806 w 6884912"/>
              <a:gd name="connsiteY92" fmla="*/ 213293 h 1161397"/>
              <a:gd name="connsiteX93" fmla="*/ 6380420 w 6884912"/>
              <a:gd name="connsiteY93" fmla="*/ 173195 h 1161397"/>
              <a:gd name="connsiteX94" fmla="*/ 6507891 w 6884912"/>
              <a:gd name="connsiteY94" fmla="*/ 118474 h 1161397"/>
              <a:gd name="connsiteX95" fmla="*/ 6571807 w 6884912"/>
              <a:gd name="connsiteY95" fmla="*/ 98636 h 1161397"/>
              <a:gd name="connsiteX96" fmla="*/ 6671880 w 6884912"/>
              <a:gd name="connsiteY96" fmla="*/ 82931 h 1161397"/>
              <a:gd name="connsiteX97" fmla="*/ 6702266 w 6884912"/>
              <a:gd name="connsiteY97" fmla="*/ 75470 h 1161397"/>
              <a:gd name="connsiteX98" fmla="*/ 6845802 w 6884912"/>
              <a:gd name="connsiteY98" fmla="*/ 24496 h 1161397"/>
              <a:gd name="connsiteX99" fmla="*/ 6884912 w 6884912"/>
              <a:gd name="connsiteY99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178135 w 6884912"/>
              <a:gd name="connsiteY15" fmla="*/ 698631 h 1161397"/>
              <a:gd name="connsiteX16" fmla="*/ 1242716 w 6884912"/>
              <a:gd name="connsiteY16" fmla="*/ 698052 h 1161397"/>
              <a:gd name="connsiteX17" fmla="*/ 1299977 w 6884912"/>
              <a:gd name="connsiteY17" fmla="*/ 639196 h 1161397"/>
              <a:gd name="connsiteX18" fmla="*/ 1326190 w 6884912"/>
              <a:gd name="connsiteY18" fmla="*/ 625955 h 1161397"/>
              <a:gd name="connsiteX19" fmla="*/ 1339600 w 6884912"/>
              <a:gd name="connsiteY19" fmla="*/ 616295 h 1161397"/>
              <a:gd name="connsiteX20" fmla="*/ 1340054 w 6884912"/>
              <a:gd name="connsiteY20" fmla="*/ 614022 h 1161397"/>
              <a:gd name="connsiteX21" fmla="*/ 1391606 w 6884912"/>
              <a:gd name="connsiteY21" fmla="*/ 615229 h 1161397"/>
              <a:gd name="connsiteX22" fmla="*/ 1397565 w 6884912"/>
              <a:gd name="connsiteY22" fmla="*/ 611490 h 1161397"/>
              <a:gd name="connsiteX23" fmla="*/ 1432302 w 6884912"/>
              <a:gd name="connsiteY23" fmla="*/ 617267 h 1161397"/>
              <a:gd name="connsiteX24" fmla="*/ 1449644 w 6884912"/>
              <a:gd name="connsiteY24" fmla="*/ 617591 h 1161397"/>
              <a:gd name="connsiteX25" fmla="*/ 1455793 w 6884912"/>
              <a:gd name="connsiteY25" fmla="*/ 623174 h 1161397"/>
              <a:gd name="connsiteX26" fmla="*/ 1480758 w 6884912"/>
              <a:gd name="connsiteY26" fmla="*/ 620863 h 1161397"/>
              <a:gd name="connsiteX27" fmla="*/ 1483154 w 6884912"/>
              <a:gd name="connsiteY27" fmla="*/ 618527 h 1161397"/>
              <a:gd name="connsiteX28" fmla="*/ 1505495 w 6884912"/>
              <a:gd name="connsiteY28" fmla="*/ 624325 h 1161397"/>
              <a:gd name="connsiteX29" fmla="*/ 1526340 w 6884912"/>
              <a:gd name="connsiteY29" fmla="*/ 638496 h 1161397"/>
              <a:gd name="connsiteX30" fmla="*/ 1731986 w 6884912"/>
              <a:gd name="connsiteY30" fmla="*/ 589682 h 1161397"/>
              <a:gd name="connsiteX31" fmla="*/ 1927935 w 6884912"/>
              <a:gd name="connsiteY31" fmla="*/ 628540 h 1161397"/>
              <a:gd name="connsiteX32" fmla="*/ 2039075 w 6884912"/>
              <a:gd name="connsiteY32" fmla="*/ 599964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561265 w 6884912"/>
              <a:gd name="connsiteY41" fmla="*/ 450623 h 1161397"/>
              <a:gd name="connsiteX42" fmla="*/ 2594349 w 6884912"/>
              <a:gd name="connsiteY42" fmla="*/ 443884 h 1161397"/>
              <a:gd name="connsiteX43" fmla="*/ 2754324 w 6884912"/>
              <a:gd name="connsiteY43" fmla="*/ 424766 h 1161397"/>
              <a:gd name="connsiteX44" fmla="*/ 2848470 w 6884912"/>
              <a:gd name="connsiteY44" fmla="*/ 405966 h 1161397"/>
              <a:gd name="connsiteX45" fmla="*/ 2881772 w 6884912"/>
              <a:gd name="connsiteY45" fmla="*/ 387260 h 1161397"/>
              <a:gd name="connsiteX46" fmla="*/ 2929932 w 6884912"/>
              <a:gd name="connsiteY46" fmla="*/ 368912 h 1161397"/>
              <a:gd name="connsiteX47" fmla="*/ 3013020 w 6884912"/>
              <a:gd name="connsiteY47" fmla="*/ 327578 h 1161397"/>
              <a:gd name="connsiteX48" fmla="*/ 3222191 w 6884912"/>
              <a:gd name="connsiteY48" fmla="*/ 307887 h 1161397"/>
              <a:gd name="connsiteX49" fmla="*/ 3227953 w 6884912"/>
              <a:gd name="connsiteY49" fmla="*/ 297650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777022 w 6884912"/>
              <a:gd name="connsiteY54" fmla="*/ 200276 h 1161397"/>
              <a:gd name="connsiteX55" fmla="*/ 3791246 w 6884912"/>
              <a:gd name="connsiteY55" fmla="*/ 189996 h 1161397"/>
              <a:gd name="connsiteX56" fmla="*/ 3819864 w 6884912"/>
              <a:gd name="connsiteY56" fmla="*/ 194605 h 1161397"/>
              <a:gd name="connsiteX57" fmla="*/ 3830398 w 6884912"/>
              <a:gd name="connsiteY57" fmla="*/ 188383 h 1161397"/>
              <a:gd name="connsiteX58" fmla="*/ 3834360 w 6884912"/>
              <a:gd name="connsiteY58" fmla="*/ 188992 h 1161397"/>
              <a:gd name="connsiteX59" fmla="*/ 3843715 w 6884912"/>
              <a:gd name="connsiteY59" fmla="*/ 188752 h 1161397"/>
              <a:gd name="connsiteX60" fmla="*/ 3842609 w 6884912"/>
              <a:gd name="connsiteY60" fmla="*/ 197386 h 1161397"/>
              <a:gd name="connsiteX61" fmla="*/ 3853961 w 6884912"/>
              <a:gd name="connsiteY61" fmla="*/ 213380 h 1161397"/>
              <a:gd name="connsiteX62" fmla="*/ 3907640 w 6884912"/>
              <a:gd name="connsiteY62" fmla="*/ 207568 h 1161397"/>
              <a:gd name="connsiteX63" fmla="*/ 3910449 w 6884912"/>
              <a:gd name="connsiteY63" fmla="*/ 197808 h 1161397"/>
              <a:gd name="connsiteX64" fmla="*/ 3917197 w 6884912"/>
              <a:gd name="connsiteY64" fmla="*/ 196121 h 1161397"/>
              <a:gd name="connsiteX65" fmla="*/ 3922400 w 6884912"/>
              <a:gd name="connsiteY65" fmla="*/ 205056 h 1161397"/>
              <a:gd name="connsiteX66" fmla="*/ 4013061 w 6884912"/>
              <a:gd name="connsiteY66" fmla="*/ 224874 h 1161397"/>
              <a:gd name="connsiteX67" fmla="*/ 4220717 w 6884912"/>
              <a:gd name="connsiteY67" fmla="*/ 192946 h 1161397"/>
              <a:gd name="connsiteX68" fmla="*/ 4228802 w 6884912"/>
              <a:gd name="connsiteY68" fmla="*/ 201468 h 1161397"/>
              <a:gd name="connsiteX69" fmla="*/ 4289361 w 6884912"/>
              <a:gd name="connsiteY69" fmla="*/ 196642 h 1161397"/>
              <a:gd name="connsiteX70" fmla="*/ 4498913 w 6884912"/>
              <a:gd name="connsiteY70" fmla="*/ 118915 h 1161397"/>
              <a:gd name="connsiteX71" fmla="*/ 4617330 w 6884912"/>
              <a:gd name="connsiteY71" fmla="*/ 111163 h 1161397"/>
              <a:gd name="connsiteX72" fmla="*/ 4659778 w 6884912"/>
              <a:gd name="connsiteY72" fmla="*/ 118219 h 1161397"/>
              <a:gd name="connsiteX73" fmla="*/ 4730870 w 6884912"/>
              <a:gd name="connsiteY73" fmla="*/ 129432 h 1161397"/>
              <a:gd name="connsiteX74" fmla="*/ 4844073 w 6884912"/>
              <a:gd name="connsiteY74" fmla="*/ 161768 h 1161397"/>
              <a:gd name="connsiteX75" fmla="*/ 4856454 w 6884912"/>
              <a:gd name="connsiteY75" fmla="*/ 130488 h 1161397"/>
              <a:gd name="connsiteX76" fmla="*/ 4920038 w 6884912"/>
              <a:gd name="connsiteY76" fmla="*/ 140418 h 1161397"/>
              <a:gd name="connsiteX77" fmla="*/ 5016639 w 6884912"/>
              <a:gd name="connsiteY77" fmla="*/ 158905 h 1161397"/>
              <a:gd name="connsiteX78" fmla="*/ 5072009 w 6884912"/>
              <a:gd name="connsiteY78" fmla="*/ 161502 h 1161397"/>
              <a:gd name="connsiteX79" fmla="*/ 5223626 w 6884912"/>
              <a:gd name="connsiteY79" fmla="*/ 177356 h 1161397"/>
              <a:gd name="connsiteX80" fmla="*/ 5375773 w 6884912"/>
              <a:gd name="connsiteY80" fmla="*/ 199913 h 1161397"/>
              <a:gd name="connsiteX81" fmla="*/ 5467502 w 6884912"/>
              <a:gd name="connsiteY81" fmla="*/ 250963 h 1161397"/>
              <a:gd name="connsiteX82" fmla="*/ 5592395 w 6884912"/>
              <a:gd name="connsiteY82" fmla="*/ 265434 h 1161397"/>
              <a:gd name="connsiteX83" fmla="*/ 5613532 w 6884912"/>
              <a:gd name="connsiteY83" fmla="*/ 273379 h 1161397"/>
              <a:gd name="connsiteX84" fmla="*/ 5642173 w 6884912"/>
              <a:gd name="connsiteY84" fmla="*/ 266904 h 1161397"/>
              <a:gd name="connsiteX85" fmla="*/ 5756910 w 6884912"/>
              <a:gd name="connsiteY85" fmla="*/ 239211 h 1161397"/>
              <a:gd name="connsiteX86" fmla="*/ 5846667 w 6884912"/>
              <a:gd name="connsiteY86" fmla="*/ 201786 h 1161397"/>
              <a:gd name="connsiteX87" fmla="*/ 5960732 w 6884912"/>
              <a:gd name="connsiteY87" fmla="*/ 220708 h 1161397"/>
              <a:gd name="connsiteX88" fmla="*/ 6029542 w 6884912"/>
              <a:gd name="connsiteY88" fmla="*/ 210339 h 1161397"/>
              <a:gd name="connsiteX89" fmla="*/ 6141123 w 6884912"/>
              <a:gd name="connsiteY89" fmla="*/ 159923 h 1161397"/>
              <a:gd name="connsiteX90" fmla="*/ 6290640 w 6884912"/>
              <a:gd name="connsiteY90" fmla="*/ 167441 h 1161397"/>
              <a:gd name="connsiteX91" fmla="*/ 6322806 w 6884912"/>
              <a:gd name="connsiteY91" fmla="*/ 213293 h 1161397"/>
              <a:gd name="connsiteX92" fmla="*/ 6380420 w 6884912"/>
              <a:gd name="connsiteY92" fmla="*/ 173195 h 1161397"/>
              <a:gd name="connsiteX93" fmla="*/ 6507891 w 6884912"/>
              <a:gd name="connsiteY93" fmla="*/ 118474 h 1161397"/>
              <a:gd name="connsiteX94" fmla="*/ 6571807 w 6884912"/>
              <a:gd name="connsiteY94" fmla="*/ 98636 h 1161397"/>
              <a:gd name="connsiteX95" fmla="*/ 6671880 w 6884912"/>
              <a:gd name="connsiteY95" fmla="*/ 82931 h 1161397"/>
              <a:gd name="connsiteX96" fmla="*/ 6702266 w 6884912"/>
              <a:gd name="connsiteY96" fmla="*/ 75470 h 1161397"/>
              <a:gd name="connsiteX97" fmla="*/ 6845802 w 6884912"/>
              <a:gd name="connsiteY97" fmla="*/ 24496 h 1161397"/>
              <a:gd name="connsiteX98" fmla="*/ 6884912 w 6884912"/>
              <a:gd name="connsiteY98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1224 w 6884912"/>
              <a:gd name="connsiteY14" fmla="*/ 706160 h 1161397"/>
              <a:gd name="connsiteX15" fmla="*/ 1207847 w 6884912"/>
              <a:gd name="connsiteY15" fmla="*/ 689087 h 1161397"/>
              <a:gd name="connsiteX16" fmla="*/ 1242716 w 6884912"/>
              <a:gd name="connsiteY16" fmla="*/ 698052 h 1161397"/>
              <a:gd name="connsiteX17" fmla="*/ 1299977 w 6884912"/>
              <a:gd name="connsiteY17" fmla="*/ 639196 h 1161397"/>
              <a:gd name="connsiteX18" fmla="*/ 1326190 w 6884912"/>
              <a:gd name="connsiteY18" fmla="*/ 625955 h 1161397"/>
              <a:gd name="connsiteX19" fmla="*/ 1339600 w 6884912"/>
              <a:gd name="connsiteY19" fmla="*/ 616295 h 1161397"/>
              <a:gd name="connsiteX20" fmla="*/ 1340054 w 6884912"/>
              <a:gd name="connsiteY20" fmla="*/ 614022 h 1161397"/>
              <a:gd name="connsiteX21" fmla="*/ 1391606 w 6884912"/>
              <a:gd name="connsiteY21" fmla="*/ 615229 h 1161397"/>
              <a:gd name="connsiteX22" fmla="*/ 1397565 w 6884912"/>
              <a:gd name="connsiteY22" fmla="*/ 611490 h 1161397"/>
              <a:gd name="connsiteX23" fmla="*/ 1432302 w 6884912"/>
              <a:gd name="connsiteY23" fmla="*/ 617267 h 1161397"/>
              <a:gd name="connsiteX24" fmla="*/ 1449644 w 6884912"/>
              <a:gd name="connsiteY24" fmla="*/ 617591 h 1161397"/>
              <a:gd name="connsiteX25" fmla="*/ 1455793 w 6884912"/>
              <a:gd name="connsiteY25" fmla="*/ 623174 h 1161397"/>
              <a:gd name="connsiteX26" fmla="*/ 1480758 w 6884912"/>
              <a:gd name="connsiteY26" fmla="*/ 620863 h 1161397"/>
              <a:gd name="connsiteX27" fmla="*/ 1483154 w 6884912"/>
              <a:gd name="connsiteY27" fmla="*/ 618527 h 1161397"/>
              <a:gd name="connsiteX28" fmla="*/ 1505495 w 6884912"/>
              <a:gd name="connsiteY28" fmla="*/ 624325 h 1161397"/>
              <a:gd name="connsiteX29" fmla="*/ 1526340 w 6884912"/>
              <a:gd name="connsiteY29" fmla="*/ 638496 h 1161397"/>
              <a:gd name="connsiteX30" fmla="*/ 1731986 w 6884912"/>
              <a:gd name="connsiteY30" fmla="*/ 589682 h 1161397"/>
              <a:gd name="connsiteX31" fmla="*/ 1927935 w 6884912"/>
              <a:gd name="connsiteY31" fmla="*/ 628540 h 1161397"/>
              <a:gd name="connsiteX32" fmla="*/ 2039075 w 6884912"/>
              <a:gd name="connsiteY32" fmla="*/ 599964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561265 w 6884912"/>
              <a:gd name="connsiteY41" fmla="*/ 450623 h 1161397"/>
              <a:gd name="connsiteX42" fmla="*/ 2594349 w 6884912"/>
              <a:gd name="connsiteY42" fmla="*/ 443884 h 1161397"/>
              <a:gd name="connsiteX43" fmla="*/ 2754324 w 6884912"/>
              <a:gd name="connsiteY43" fmla="*/ 424766 h 1161397"/>
              <a:gd name="connsiteX44" fmla="*/ 2848470 w 6884912"/>
              <a:gd name="connsiteY44" fmla="*/ 405966 h 1161397"/>
              <a:gd name="connsiteX45" fmla="*/ 2881772 w 6884912"/>
              <a:gd name="connsiteY45" fmla="*/ 387260 h 1161397"/>
              <a:gd name="connsiteX46" fmla="*/ 2929932 w 6884912"/>
              <a:gd name="connsiteY46" fmla="*/ 368912 h 1161397"/>
              <a:gd name="connsiteX47" fmla="*/ 3013020 w 6884912"/>
              <a:gd name="connsiteY47" fmla="*/ 327578 h 1161397"/>
              <a:gd name="connsiteX48" fmla="*/ 3222191 w 6884912"/>
              <a:gd name="connsiteY48" fmla="*/ 307887 h 1161397"/>
              <a:gd name="connsiteX49" fmla="*/ 3227953 w 6884912"/>
              <a:gd name="connsiteY49" fmla="*/ 297650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777022 w 6884912"/>
              <a:gd name="connsiteY54" fmla="*/ 200276 h 1161397"/>
              <a:gd name="connsiteX55" fmla="*/ 3791246 w 6884912"/>
              <a:gd name="connsiteY55" fmla="*/ 189996 h 1161397"/>
              <a:gd name="connsiteX56" fmla="*/ 3819864 w 6884912"/>
              <a:gd name="connsiteY56" fmla="*/ 194605 h 1161397"/>
              <a:gd name="connsiteX57" fmla="*/ 3830398 w 6884912"/>
              <a:gd name="connsiteY57" fmla="*/ 188383 h 1161397"/>
              <a:gd name="connsiteX58" fmla="*/ 3834360 w 6884912"/>
              <a:gd name="connsiteY58" fmla="*/ 188992 h 1161397"/>
              <a:gd name="connsiteX59" fmla="*/ 3843715 w 6884912"/>
              <a:gd name="connsiteY59" fmla="*/ 188752 h 1161397"/>
              <a:gd name="connsiteX60" fmla="*/ 3842609 w 6884912"/>
              <a:gd name="connsiteY60" fmla="*/ 197386 h 1161397"/>
              <a:gd name="connsiteX61" fmla="*/ 3853961 w 6884912"/>
              <a:gd name="connsiteY61" fmla="*/ 213380 h 1161397"/>
              <a:gd name="connsiteX62" fmla="*/ 3907640 w 6884912"/>
              <a:gd name="connsiteY62" fmla="*/ 207568 h 1161397"/>
              <a:gd name="connsiteX63" fmla="*/ 3910449 w 6884912"/>
              <a:gd name="connsiteY63" fmla="*/ 197808 h 1161397"/>
              <a:gd name="connsiteX64" fmla="*/ 3917197 w 6884912"/>
              <a:gd name="connsiteY64" fmla="*/ 196121 h 1161397"/>
              <a:gd name="connsiteX65" fmla="*/ 3922400 w 6884912"/>
              <a:gd name="connsiteY65" fmla="*/ 205056 h 1161397"/>
              <a:gd name="connsiteX66" fmla="*/ 4013061 w 6884912"/>
              <a:gd name="connsiteY66" fmla="*/ 224874 h 1161397"/>
              <a:gd name="connsiteX67" fmla="*/ 4220717 w 6884912"/>
              <a:gd name="connsiteY67" fmla="*/ 192946 h 1161397"/>
              <a:gd name="connsiteX68" fmla="*/ 4228802 w 6884912"/>
              <a:gd name="connsiteY68" fmla="*/ 201468 h 1161397"/>
              <a:gd name="connsiteX69" fmla="*/ 4289361 w 6884912"/>
              <a:gd name="connsiteY69" fmla="*/ 196642 h 1161397"/>
              <a:gd name="connsiteX70" fmla="*/ 4498913 w 6884912"/>
              <a:gd name="connsiteY70" fmla="*/ 118915 h 1161397"/>
              <a:gd name="connsiteX71" fmla="*/ 4617330 w 6884912"/>
              <a:gd name="connsiteY71" fmla="*/ 111163 h 1161397"/>
              <a:gd name="connsiteX72" fmla="*/ 4659778 w 6884912"/>
              <a:gd name="connsiteY72" fmla="*/ 118219 h 1161397"/>
              <a:gd name="connsiteX73" fmla="*/ 4730870 w 6884912"/>
              <a:gd name="connsiteY73" fmla="*/ 129432 h 1161397"/>
              <a:gd name="connsiteX74" fmla="*/ 4844073 w 6884912"/>
              <a:gd name="connsiteY74" fmla="*/ 161768 h 1161397"/>
              <a:gd name="connsiteX75" fmla="*/ 4856454 w 6884912"/>
              <a:gd name="connsiteY75" fmla="*/ 130488 h 1161397"/>
              <a:gd name="connsiteX76" fmla="*/ 4920038 w 6884912"/>
              <a:gd name="connsiteY76" fmla="*/ 140418 h 1161397"/>
              <a:gd name="connsiteX77" fmla="*/ 5016639 w 6884912"/>
              <a:gd name="connsiteY77" fmla="*/ 158905 h 1161397"/>
              <a:gd name="connsiteX78" fmla="*/ 5072009 w 6884912"/>
              <a:gd name="connsiteY78" fmla="*/ 161502 h 1161397"/>
              <a:gd name="connsiteX79" fmla="*/ 5223626 w 6884912"/>
              <a:gd name="connsiteY79" fmla="*/ 177356 h 1161397"/>
              <a:gd name="connsiteX80" fmla="*/ 5375773 w 6884912"/>
              <a:gd name="connsiteY80" fmla="*/ 199913 h 1161397"/>
              <a:gd name="connsiteX81" fmla="*/ 5467502 w 6884912"/>
              <a:gd name="connsiteY81" fmla="*/ 250963 h 1161397"/>
              <a:gd name="connsiteX82" fmla="*/ 5592395 w 6884912"/>
              <a:gd name="connsiteY82" fmla="*/ 265434 h 1161397"/>
              <a:gd name="connsiteX83" fmla="*/ 5613532 w 6884912"/>
              <a:gd name="connsiteY83" fmla="*/ 273379 h 1161397"/>
              <a:gd name="connsiteX84" fmla="*/ 5642173 w 6884912"/>
              <a:gd name="connsiteY84" fmla="*/ 266904 h 1161397"/>
              <a:gd name="connsiteX85" fmla="*/ 5756910 w 6884912"/>
              <a:gd name="connsiteY85" fmla="*/ 239211 h 1161397"/>
              <a:gd name="connsiteX86" fmla="*/ 5846667 w 6884912"/>
              <a:gd name="connsiteY86" fmla="*/ 201786 h 1161397"/>
              <a:gd name="connsiteX87" fmla="*/ 5960732 w 6884912"/>
              <a:gd name="connsiteY87" fmla="*/ 220708 h 1161397"/>
              <a:gd name="connsiteX88" fmla="*/ 6029542 w 6884912"/>
              <a:gd name="connsiteY88" fmla="*/ 210339 h 1161397"/>
              <a:gd name="connsiteX89" fmla="*/ 6141123 w 6884912"/>
              <a:gd name="connsiteY89" fmla="*/ 159923 h 1161397"/>
              <a:gd name="connsiteX90" fmla="*/ 6290640 w 6884912"/>
              <a:gd name="connsiteY90" fmla="*/ 167441 h 1161397"/>
              <a:gd name="connsiteX91" fmla="*/ 6322806 w 6884912"/>
              <a:gd name="connsiteY91" fmla="*/ 213293 h 1161397"/>
              <a:gd name="connsiteX92" fmla="*/ 6380420 w 6884912"/>
              <a:gd name="connsiteY92" fmla="*/ 173195 h 1161397"/>
              <a:gd name="connsiteX93" fmla="*/ 6507891 w 6884912"/>
              <a:gd name="connsiteY93" fmla="*/ 118474 h 1161397"/>
              <a:gd name="connsiteX94" fmla="*/ 6571807 w 6884912"/>
              <a:gd name="connsiteY94" fmla="*/ 98636 h 1161397"/>
              <a:gd name="connsiteX95" fmla="*/ 6671880 w 6884912"/>
              <a:gd name="connsiteY95" fmla="*/ 82931 h 1161397"/>
              <a:gd name="connsiteX96" fmla="*/ 6702266 w 6884912"/>
              <a:gd name="connsiteY96" fmla="*/ 75470 h 1161397"/>
              <a:gd name="connsiteX97" fmla="*/ 6845802 w 6884912"/>
              <a:gd name="connsiteY97" fmla="*/ 24496 h 1161397"/>
              <a:gd name="connsiteX98" fmla="*/ 6884912 w 6884912"/>
              <a:gd name="connsiteY98" fmla="*/ 0 h 1161397"/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11320 h 1161397"/>
              <a:gd name="connsiteX5" fmla="*/ 213420 w 6884912"/>
              <a:gd name="connsiteY5" fmla="*/ 1056868 h 1161397"/>
              <a:gd name="connsiteX6" fmla="*/ 454970 w 6884912"/>
              <a:gd name="connsiteY6" fmla="*/ 1023343 h 1161397"/>
              <a:gd name="connsiteX7" fmla="*/ 548162 w 6884912"/>
              <a:gd name="connsiteY7" fmla="*/ 984908 h 1161397"/>
              <a:gd name="connsiteX8" fmla="*/ 651408 w 6884912"/>
              <a:gd name="connsiteY8" fmla="*/ 984938 h 1161397"/>
              <a:gd name="connsiteX9" fmla="*/ 723108 w 6884912"/>
              <a:gd name="connsiteY9" fmla="*/ 941904 h 1161397"/>
              <a:gd name="connsiteX10" fmla="*/ 797699 w 6884912"/>
              <a:gd name="connsiteY10" fmla="*/ 931362 h 1161397"/>
              <a:gd name="connsiteX11" fmla="*/ 843359 w 6884912"/>
              <a:gd name="connsiteY11" fmla="*/ 910894 h 1161397"/>
              <a:gd name="connsiteX12" fmla="*/ 965215 w 6884912"/>
              <a:gd name="connsiteY12" fmla="*/ 846701 h 1161397"/>
              <a:gd name="connsiteX13" fmla="*/ 1085080 w 6884912"/>
              <a:gd name="connsiteY13" fmla="*/ 776086 h 1161397"/>
              <a:gd name="connsiteX14" fmla="*/ 1137166 w 6884912"/>
              <a:gd name="connsiteY14" fmla="*/ 744338 h 1161397"/>
              <a:gd name="connsiteX15" fmla="*/ 1207847 w 6884912"/>
              <a:gd name="connsiteY15" fmla="*/ 689087 h 1161397"/>
              <a:gd name="connsiteX16" fmla="*/ 1242716 w 6884912"/>
              <a:gd name="connsiteY16" fmla="*/ 698052 h 1161397"/>
              <a:gd name="connsiteX17" fmla="*/ 1299977 w 6884912"/>
              <a:gd name="connsiteY17" fmla="*/ 639196 h 1161397"/>
              <a:gd name="connsiteX18" fmla="*/ 1326190 w 6884912"/>
              <a:gd name="connsiteY18" fmla="*/ 625955 h 1161397"/>
              <a:gd name="connsiteX19" fmla="*/ 1339600 w 6884912"/>
              <a:gd name="connsiteY19" fmla="*/ 616295 h 1161397"/>
              <a:gd name="connsiteX20" fmla="*/ 1340054 w 6884912"/>
              <a:gd name="connsiteY20" fmla="*/ 614022 h 1161397"/>
              <a:gd name="connsiteX21" fmla="*/ 1391606 w 6884912"/>
              <a:gd name="connsiteY21" fmla="*/ 615229 h 1161397"/>
              <a:gd name="connsiteX22" fmla="*/ 1397565 w 6884912"/>
              <a:gd name="connsiteY22" fmla="*/ 611490 h 1161397"/>
              <a:gd name="connsiteX23" fmla="*/ 1432302 w 6884912"/>
              <a:gd name="connsiteY23" fmla="*/ 617267 h 1161397"/>
              <a:gd name="connsiteX24" fmla="*/ 1449644 w 6884912"/>
              <a:gd name="connsiteY24" fmla="*/ 617591 h 1161397"/>
              <a:gd name="connsiteX25" fmla="*/ 1455793 w 6884912"/>
              <a:gd name="connsiteY25" fmla="*/ 623174 h 1161397"/>
              <a:gd name="connsiteX26" fmla="*/ 1480758 w 6884912"/>
              <a:gd name="connsiteY26" fmla="*/ 620863 h 1161397"/>
              <a:gd name="connsiteX27" fmla="*/ 1483154 w 6884912"/>
              <a:gd name="connsiteY27" fmla="*/ 618527 h 1161397"/>
              <a:gd name="connsiteX28" fmla="*/ 1505495 w 6884912"/>
              <a:gd name="connsiteY28" fmla="*/ 624325 h 1161397"/>
              <a:gd name="connsiteX29" fmla="*/ 1526340 w 6884912"/>
              <a:gd name="connsiteY29" fmla="*/ 638496 h 1161397"/>
              <a:gd name="connsiteX30" fmla="*/ 1731986 w 6884912"/>
              <a:gd name="connsiteY30" fmla="*/ 589682 h 1161397"/>
              <a:gd name="connsiteX31" fmla="*/ 1927935 w 6884912"/>
              <a:gd name="connsiteY31" fmla="*/ 628540 h 1161397"/>
              <a:gd name="connsiteX32" fmla="*/ 2039075 w 6884912"/>
              <a:gd name="connsiteY32" fmla="*/ 599964 h 1161397"/>
              <a:gd name="connsiteX33" fmla="*/ 2066980 w 6884912"/>
              <a:gd name="connsiteY33" fmla="*/ 550413 h 1161397"/>
              <a:gd name="connsiteX34" fmla="*/ 2352236 w 6884912"/>
              <a:gd name="connsiteY34" fmla="*/ 519602 h 1161397"/>
              <a:gd name="connsiteX35" fmla="*/ 2420791 w 6884912"/>
              <a:gd name="connsiteY35" fmla="*/ 492826 h 1161397"/>
              <a:gd name="connsiteX36" fmla="*/ 2489932 w 6884912"/>
              <a:gd name="connsiteY36" fmla="*/ 507864 h 1161397"/>
              <a:gd name="connsiteX37" fmla="*/ 2512917 w 6884912"/>
              <a:gd name="connsiteY37" fmla="*/ 489127 h 1161397"/>
              <a:gd name="connsiteX38" fmla="*/ 2516783 w 6884912"/>
              <a:gd name="connsiteY38" fmla="*/ 485473 h 1161397"/>
              <a:gd name="connsiteX39" fmla="*/ 2534360 w 6884912"/>
              <a:gd name="connsiteY39" fmla="*/ 480064 h 1161397"/>
              <a:gd name="connsiteX40" fmla="*/ 2536691 w 6884912"/>
              <a:gd name="connsiteY40" fmla="*/ 467018 h 1161397"/>
              <a:gd name="connsiteX41" fmla="*/ 2561265 w 6884912"/>
              <a:gd name="connsiteY41" fmla="*/ 450623 h 1161397"/>
              <a:gd name="connsiteX42" fmla="*/ 2594349 w 6884912"/>
              <a:gd name="connsiteY42" fmla="*/ 443884 h 1161397"/>
              <a:gd name="connsiteX43" fmla="*/ 2754324 w 6884912"/>
              <a:gd name="connsiteY43" fmla="*/ 424766 h 1161397"/>
              <a:gd name="connsiteX44" fmla="*/ 2848470 w 6884912"/>
              <a:gd name="connsiteY44" fmla="*/ 405966 h 1161397"/>
              <a:gd name="connsiteX45" fmla="*/ 2881772 w 6884912"/>
              <a:gd name="connsiteY45" fmla="*/ 387260 h 1161397"/>
              <a:gd name="connsiteX46" fmla="*/ 2929932 w 6884912"/>
              <a:gd name="connsiteY46" fmla="*/ 368912 h 1161397"/>
              <a:gd name="connsiteX47" fmla="*/ 3013020 w 6884912"/>
              <a:gd name="connsiteY47" fmla="*/ 327578 h 1161397"/>
              <a:gd name="connsiteX48" fmla="*/ 3222191 w 6884912"/>
              <a:gd name="connsiteY48" fmla="*/ 307887 h 1161397"/>
              <a:gd name="connsiteX49" fmla="*/ 3227953 w 6884912"/>
              <a:gd name="connsiteY49" fmla="*/ 297650 h 1161397"/>
              <a:gd name="connsiteX50" fmla="*/ 3510042 w 6884912"/>
              <a:gd name="connsiteY50" fmla="*/ 311820 h 1161397"/>
              <a:gd name="connsiteX51" fmla="*/ 3626773 w 6884912"/>
              <a:gd name="connsiteY51" fmla="*/ 290452 h 1161397"/>
              <a:gd name="connsiteX52" fmla="*/ 3666217 w 6884912"/>
              <a:gd name="connsiteY52" fmla="*/ 273255 h 1161397"/>
              <a:gd name="connsiteX53" fmla="*/ 3732427 w 6884912"/>
              <a:gd name="connsiteY53" fmla="*/ 245039 h 1161397"/>
              <a:gd name="connsiteX54" fmla="*/ 3777022 w 6884912"/>
              <a:gd name="connsiteY54" fmla="*/ 200276 h 1161397"/>
              <a:gd name="connsiteX55" fmla="*/ 3791246 w 6884912"/>
              <a:gd name="connsiteY55" fmla="*/ 189996 h 1161397"/>
              <a:gd name="connsiteX56" fmla="*/ 3819864 w 6884912"/>
              <a:gd name="connsiteY56" fmla="*/ 194605 h 1161397"/>
              <a:gd name="connsiteX57" fmla="*/ 3830398 w 6884912"/>
              <a:gd name="connsiteY57" fmla="*/ 188383 h 1161397"/>
              <a:gd name="connsiteX58" fmla="*/ 3834360 w 6884912"/>
              <a:gd name="connsiteY58" fmla="*/ 188992 h 1161397"/>
              <a:gd name="connsiteX59" fmla="*/ 3843715 w 6884912"/>
              <a:gd name="connsiteY59" fmla="*/ 188752 h 1161397"/>
              <a:gd name="connsiteX60" fmla="*/ 3842609 w 6884912"/>
              <a:gd name="connsiteY60" fmla="*/ 197386 h 1161397"/>
              <a:gd name="connsiteX61" fmla="*/ 3853961 w 6884912"/>
              <a:gd name="connsiteY61" fmla="*/ 213380 h 1161397"/>
              <a:gd name="connsiteX62" fmla="*/ 3907640 w 6884912"/>
              <a:gd name="connsiteY62" fmla="*/ 207568 h 1161397"/>
              <a:gd name="connsiteX63" fmla="*/ 3910449 w 6884912"/>
              <a:gd name="connsiteY63" fmla="*/ 197808 h 1161397"/>
              <a:gd name="connsiteX64" fmla="*/ 3917197 w 6884912"/>
              <a:gd name="connsiteY64" fmla="*/ 196121 h 1161397"/>
              <a:gd name="connsiteX65" fmla="*/ 3922400 w 6884912"/>
              <a:gd name="connsiteY65" fmla="*/ 205056 h 1161397"/>
              <a:gd name="connsiteX66" fmla="*/ 4013061 w 6884912"/>
              <a:gd name="connsiteY66" fmla="*/ 224874 h 1161397"/>
              <a:gd name="connsiteX67" fmla="*/ 4220717 w 6884912"/>
              <a:gd name="connsiteY67" fmla="*/ 192946 h 1161397"/>
              <a:gd name="connsiteX68" fmla="*/ 4228802 w 6884912"/>
              <a:gd name="connsiteY68" fmla="*/ 201468 h 1161397"/>
              <a:gd name="connsiteX69" fmla="*/ 4289361 w 6884912"/>
              <a:gd name="connsiteY69" fmla="*/ 196642 h 1161397"/>
              <a:gd name="connsiteX70" fmla="*/ 4498913 w 6884912"/>
              <a:gd name="connsiteY70" fmla="*/ 118915 h 1161397"/>
              <a:gd name="connsiteX71" fmla="*/ 4617330 w 6884912"/>
              <a:gd name="connsiteY71" fmla="*/ 111163 h 1161397"/>
              <a:gd name="connsiteX72" fmla="*/ 4659778 w 6884912"/>
              <a:gd name="connsiteY72" fmla="*/ 118219 h 1161397"/>
              <a:gd name="connsiteX73" fmla="*/ 4730870 w 6884912"/>
              <a:gd name="connsiteY73" fmla="*/ 129432 h 1161397"/>
              <a:gd name="connsiteX74" fmla="*/ 4844073 w 6884912"/>
              <a:gd name="connsiteY74" fmla="*/ 161768 h 1161397"/>
              <a:gd name="connsiteX75" fmla="*/ 4856454 w 6884912"/>
              <a:gd name="connsiteY75" fmla="*/ 130488 h 1161397"/>
              <a:gd name="connsiteX76" fmla="*/ 4920038 w 6884912"/>
              <a:gd name="connsiteY76" fmla="*/ 140418 h 1161397"/>
              <a:gd name="connsiteX77" fmla="*/ 5016639 w 6884912"/>
              <a:gd name="connsiteY77" fmla="*/ 158905 h 1161397"/>
              <a:gd name="connsiteX78" fmla="*/ 5072009 w 6884912"/>
              <a:gd name="connsiteY78" fmla="*/ 161502 h 1161397"/>
              <a:gd name="connsiteX79" fmla="*/ 5223626 w 6884912"/>
              <a:gd name="connsiteY79" fmla="*/ 177356 h 1161397"/>
              <a:gd name="connsiteX80" fmla="*/ 5375773 w 6884912"/>
              <a:gd name="connsiteY80" fmla="*/ 199913 h 1161397"/>
              <a:gd name="connsiteX81" fmla="*/ 5467502 w 6884912"/>
              <a:gd name="connsiteY81" fmla="*/ 250963 h 1161397"/>
              <a:gd name="connsiteX82" fmla="*/ 5592395 w 6884912"/>
              <a:gd name="connsiteY82" fmla="*/ 265434 h 1161397"/>
              <a:gd name="connsiteX83" fmla="*/ 5613532 w 6884912"/>
              <a:gd name="connsiteY83" fmla="*/ 273379 h 1161397"/>
              <a:gd name="connsiteX84" fmla="*/ 5642173 w 6884912"/>
              <a:gd name="connsiteY84" fmla="*/ 266904 h 1161397"/>
              <a:gd name="connsiteX85" fmla="*/ 5756910 w 6884912"/>
              <a:gd name="connsiteY85" fmla="*/ 239211 h 1161397"/>
              <a:gd name="connsiteX86" fmla="*/ 5846667 w 6884912"/>
              <a:gd name="connsiteY86" fmla="*/ 201786 h 1161397"/>
              <a:gd name="connsiteX87" fmla="*/ 5960732 w 6884912"/>
              <a:gd name="connsiteY87" fmla="*/ 220708 h 1161397"/>
              <a:gd name="connsiteX88" fmla="*/ 6029542 w 6884912"/>
              <a:gd name="connsiteY88" fmla="*/ 210339 h 1161397"/>
              <a:gd name="connsiteX89" fmla="*/ 6141123 w 6884912"/>
              <a:gd name="connsiteY89" fmla="*/ 159923 h 1161397"/>
              <a:gd name="connsiteX90" fmla="*/ 6290640 w 6884912"/>
              <a:gd name="connsiteY90" fmla="*/ 167441 h 1161397"/>
              <a:gd name="connsiteX91" fmla="*/ 6322806 w 6884912"/>
              <a:gd name="connsiteY91" fmla="*/ 213293 h 1161397"/>
              <a:gd name="connsiteX92" fmla="*/ 6380420 w 6884912"/>
              <a:gd name="connsiteY92" fmla="*/ 173195 h 1161397"/>
              <a:gd name="connsiteX93" fmla="*/ 6507891 w 6884912"/>
              <a:gd name="connsiteY93" fmla="*/ 118474 h 1161397"/>
              <a:gd name="connsiteX94" fmla="*/ 6571807 w 6884912"/>
              <a:gd name="connsiteY94" fmla="*/ 98636 h 1161397"/>
              <a:gd name="connsiteX95" fmla="*/ 6671880 w 6884912"/>
              <a:gd name="connsiteY95" fmla="*/ 82931 h 1161397"/>
              <a:gd name="connsiteX96" fmla="*/ 6702266 w 6884912"/>
              <a:gd name="connsiteY96" fmla="*/ 75470 h 1161397"/>
              <a:gd name="connsiteX97" fmla="*/ 6845802 w 6884912"/>
              <a:gd name="connsiteY97" fmla="*/ 24496 h 1161397"/>
              <a:gd name="connsiteX98" fmla="*/ 6884912 w 6884912"/>
              <a:gd name="connsiteY98" fmla="*/ 0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088181"/>
                  <a:pt x="115388" y="1111320"/>
                </a:cubicBezTo>
                <a:cubicBezTo>
                  <a:pt x="146435" y="1096221"/>
                  <a:pt x="156823" y="1079485"/>
                  <a:pt x="213420" y="1056868"/>
                </a:cubicBezTo>
                <a:cubicBezTo>
                  <a:pt x="288217" y="1040787"/>
                  <a:pt x="383333" y="1044881"/>
                  <a:pt x="454970" y="1023343"/>
                </a:cubicBezTo>
                <a:cubicBezTo>
                  <a:pt x="440966" y="999969"/>
                  <a:pt x="571419" y="1006841"/>
                  <a:pt x="548162" y="984908"/>
                </a:cubicBezTo>
                <a:cubicBezTo>
                  <a:pt x="561321" y="956563"/>
                  <a:pt x="637415" y="1010272"/>
                  <a:pt x="651408" y="984938"/>
                </a:cubicBezTo>
                <a:cubicBezTo>
                  <a:pt x="671652" y="980952"/>
                  <a:pt x="698726" y="950833"/>
                  <a:pt x="723108" y="941904"/>
                </a:cubicBezTo>
                <a:cubicBezTo>
                  <a:pt x="760262" y="946949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6251" y="768649"/>
                  <a:pt x="1137166" y="744338"/>
                </a:cubicBezTo>
                <a:lnTo>
                  <a:pt x="1207847" y="689087"/>
                </a:lnTo>
                <a:cubicBezTo>
                  <a:pt x="1226429" y="687736"/>
                  <a:pt x="1222409" y="707958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cubicBezTo>
                  <a:pt x="1339751" y="615537"/>
                  <a:pt x="1339903" y="614780"/>
                  <a:pt x="1340054" y="614022"/>
                </a:cubicBez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61730" y="317407"/>
                  <a:pt x="3186369" y="312875"/>
                  <a:pt x="3222191" y="307887"/>
                </a:cubicBezTo>
                <a:cubicBezTo>
                  <a:pt x="3223593" y="304249"/>
                  <a:pt x="3179978" y="296995"/>
                  <a:pt x="3227953" y="297650"/>
                </a:cubicBezTo>
                <a:cubicBezTo>
                  <a:pt x="3275928" y="298306"/>
                  <a:pt x="3443572" y="313020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62781" y="222856"/>
                  <a:pt x="4184760" y="196847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61586" y="136690"/>
                  <a:pt x="4823142" y="161592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7769" y="214252"/>
                  <a:pt x="6349573" y="188998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lnTo>
                  <a:pt x="6884912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17" name="Freeform: Shape 8216">
            <a:extLst>
              <a:ext uri="{FF2B5EF4-FFF2-40B4-BE49-F238E27FC236}">
                <a16:creationId xmlns:a16="http://schemas.microsoft.com/office/drawing/2014/main" id="{A63313B7-3007-48A7-BE97-9A74C1121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6473" y="792481"/>
            <a:ext cx="4067694" cy="5310206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508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8194" name="Picture 2" descr="Симон Петлюра за парканом національної свідомості українців | Історична  правда">
            <a:extLst>
              <a:ext uri="{FF2B5EF4-FFF2-40B4-BE49-F238E27FC236}">
                <a16:creationId xmlns:a16="http://schemas.microsoft.com/office/drawing/2014/main" id="{03F9EA7E-5ABE-AA3B-FF20-820F8D4B95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99" r="27799"/>
          <a:stretch/>
        </p:blipFill>
        <p:spPr bwMode="auto">
          <a:xfrm>
            <a:off x="723899" y="969818"/>
            <a:ext cx="3704013" cy="4976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19" name="Rectangle 6">
            <a:extLst>
              <a:ext uri="{FF2B5EF4-FFF2-40B4-BE49-F238E27FC236}">
                <a16:creationId xmlns:a16="http://schemas.microsoft.com/office/drawing/2014/main" id="{3FD46A31-BFB8-4D6E-8A49-A2DC0DEDAC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76507" y="5869654"/>
            <a:ext cx="1367625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7DDEFE9-6166-8877-777E-B308F2085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5855" y="2194101"/>
            <a:ext cx="5982132" cy="3908587"/>
          </a:xfrm>
        </p:spPr>
        <p:txBody>
          <a:bodyPr>
            <a:normAutofit/>
          </a:bodyPr>
          <a:lstStyle/>
          <a:p>
            <a:r>
              <a:rPr lang="uk-UA" sz="1600" b="0" i="0" dirty="0">
                <a:effectLst/>
                <a:latin typeface="Fira Sans" panose="020F0502020204030204" pitchFamily="34" charset="0"/>
              </a:rPr>
              <a:t>Появу цих організацій та їхню діяльність серед солдатів-українців рос. армії можна вважати першим кроком у створенні майбутньої Армії УНР. Навесні 1917 </a:t>
            </a:r>
            <a:r>
              <a:rPr lang="uk-UA" sz="1600" b="0" i="0" dirty="0" err="1">
                <a:effectLst/>
                <a:latin typeface="Fira Sans" panose="020F0502020204030204" pitchFamily="34" charset="0"/>
              </a:rPr>
              <a:t>нац</a:t>
            </a:r>
            <a:r>
              <a:rPr lang="uk-UA" sz="1600" b="0" i="0" dirty="0">
                <a:effectLst/>
                <a:latin typeface="Fira Sans" panose="020F0502020204030204" pitchFamily="34" charset="0"/>
              </a:rPr>
              <a:t>.-визв. боротьба охопила широкі верстви солдатів-українців і оформилася у т. зв. українізацію, тобто військ. рух за виділення із рос. армії українських за </a:t>
            </a:r>
            <a:r>
              <a:rPr lang="uk-UA" sz="1600" b="0" i="0" dirty="0" err="1">
                <a:effectLst/>
                <a:latin typeface="Fira Sans" panose="020F0502020204030204" pitchFamily="34" charset="0"/>
              </a:rPr>
              <a:t>нац</a:t>
            </a:r>
            <a:r>
              <a:rPr lang="uk-UA" sz="1600" b="0" i="0" dirty="0">
                <a:effectLst/>
                <a:latin typeface="Fira Sans" panose="020F0502020204030204" pitchFamily="34" charset="0"/>
              </a:rPr>
              <a:t>. складом частин і переведення їх на території України. У квітні виникла перша така частина – 1-й козачий полк ім. гетьмана Б. Хмельницького (3,5 тис. бійців). </a:t>
            </a:r>
            <a:r>
              <a:rPr lang="uk-UA" sz="1600" b="0" i="0" dirty="0" err="1">
                <a:effectLst/>
                <a:latin typeface="Fira Sans" panose="020F0502020204030204" pitchFamily="34" charset="0"/>
              </a:rPr>
              <a:t>Важл</a:t>
            </a:r>
            <a:r>
              <a:rPr lang="uk-UA" sz="1600" b="0" i="0" dirty="0">
                <a:effectLst/>
                <a:latin typeface="Fira Sans" panose="020F0502020204030204" pitchFamily="34" charset="0"/>
              </a:rPr>
              <a:t>. роль у закладанні підвалин Армії УНР зробили Перший (18–21 травня) та Другий (18–23 червня) </a:t>
            </a:r>
            <a:r>
              <a:rPr lang="uk-UA" sz="1600" b="0" i="0" dirty="0" err="1">
                <a:effectLst/>
                <a:latin typeface="Fira Sans" panose="020F0502020204030204" pitchFamily="34" charset="0"/>
              </a:rPr>
              <a:t>всеукр</a:t>
            </a:r>
            <a:r>
              <a:rPr lang="uk-UA" sz="1600" b="0" i="0" dirty="0">
                <a:effectLst/>
                <a:latin typeface="Fira Sans" panose="020F0502020204030204" pitchFamily="34" charset="0"/>
              </a:rPr>
              <a:t>. військ. з’їзди. Тут були створ. вищі військ. установи – </a:t>
            </a:r>
            <a:r>
              <a:rPr lang="uk-UA" sz="1600" b="0" i="0" dirty="0" err="1">
                <a:effectLst/>
                <a:latin typeface="Fira Sans" panose="020F0502020204030204" pitchFamily="34" charset="0"/>
              </a:rPr>
              <a:t>Укр</a:t>
            </a:r>
            <a:r>
              <a:rPr lang="uk-UA" sz="1600" b="0" i="0" dirty="0">
                <a:effectLst/>
                <a:latin typeface="Fira Sans" panose="020F0502020204030204" pitchFamily="34" charset="0"/>
              </a:rPr>
              <a:t>. генеральний військ. комітет (УГВК) на чолі з </a:t>
            </a:r>
            <a:r>
              <a:rPr lang="uk-UA" sz="1600" b="0" i="1" dirty="0">
                <a:effectLst/>
                <a:latin typeface="Fira Sans" panose="020F0502020204030204" pitchFamily="34" charset="0"/>
              </a:rPr>
              <a:t>С. Петлюрою</a:t>
            </a:r>
            <a:r>
              <a:rPr lang="uk-UA" sz="1600" b="0" i="0" dirty="0">
                <a:effectLst/>
                <a:latin typeface="Fira Sans" panose="020F0502020204030204" pitchFamily="34" charset="0"/>
              </a:rPr>
              <a:t> та </a:t>
            </a:r>
            <a:r>
              <a:rPr lang="uk-UA" sz="1600" b="0" i="0" dirty="0" err="1">
                <a:effectLst/>
                <a:latin typeface="Fira Sans" panose="020F0502020204030204" pitchFamily="34" charset="0"/>
              </a:rPr>
              <a:t>Всеукр</a:t>
            </a:r>
            <a:r>
              <a:rPr lang="uk-UA" sz="1600" b="0" i="0" dirty="0">
                <a:effectLst/>
                <a:latin typeface="Fira Sans" panose="020F0502020204030204" pitchFamily="34" charset="0"/>
              </a:rPr>
              <a:t>. Рада військ. депутатів, а також висунуто вимогу «націоналізації армії на національно-територіальному принципі». </a:t>
            </a:r>
            <a:endParaRPr lang="uk-UA" sz="1600" dirty="0"/>
          </a:p>
        </p:txBody>
      </p:sp>
    </p:spTree>
    <p:extLst>
      <p:ext uri="{BB962C8B-B14F-4D97-AF65-F5344CB8AC3E}">
        <p14:creationId xmlns:p14="http://schemas.microsoft.com/office/powerpoint/2010/main" val="2138134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36" name="Rectangle 9235">
            <a:extLst>
              <a:ext uri="{FF2B5EF4-FFF2-40B4-BE49-F238E27FC236}">
                <a16:creationId xmlns:a16="http://schemas.microsoft.com/office/drawing/2014/main" id="{72D05657-94EE-4B2D-BC1B-A1D065063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38" name="Arc 9237">
            <a:extLst>
              <a:ext uri="{FF2B5EF4-FFF2-40B4-BE49-F238E27FC236}">
                <a16:creationId xmlns:a16="http://schemas.microsoft.com/office/drawing/2014/main" id="{7586665A-47B3-4AEE-BC94-15D89FF70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65099" y="486184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218" name="Picture 2" descr="Гетьман Павло Скоропадський: від самостійності до федерації | Історична  правда">
            <a:extLst>
              <a:ext uri="{FF2B5EF4-FFF2-40B4-BE49-F238E27FC236}">
                <a16:creationId xmlns:a16="http://schemas.microsoft.com/office/drawing/2014/main" id="{2A86C3E0-178D-E7E8-05A6-017F1218EA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4" b="27747"/>
          <a:stretch/>
        </p:blipFill>
        <p:spPr bwMode="auto">
          <a:xfrm>
            <a:off x="581526" y="258142"/>
            <a:ext cx="3118718" cy="3118718"/>
          </a:xfrm>
          <a:custGeom>
            <a:avLst/>
            <a:gdLst/>
            <a:ahLst/>
            <a:cxnLst/>
            <a:rect l="l" t="t" r="r" b="b"/>
            <a:pathLst>
              <a:path w="2683042" h="2683042">
                <a:moveTo>
                  <a:pt x="102278" y="0"/>
                </a:moveTo>
                <a:lnTo>
                  <a:pt x="2580764" y="0"/>
                </a:lnTo>
                <a:cubicBezTo>
                  <a:pt x="2637251" y="0"/>
                  <a:pt x="2683042" y="45791"/>
                  <a:pt x="2683042" y="102278"/>
                </a:cubicBezTo>
                <a:lnTo>
                  <a:pt x="2683042" y="2580764"/>
                </a:lnTo>
                <a:cubicBezTo>
                  <a:pt x="2683042" y="2637251"/>
                  <a:pt x="2637251" y="2683042"/>
                  <a:pt x="2580764" y="2683042"/>
                </a:cubicBezTo>
                <a:lnTo>
                  <a:pt x="102278" y="2683042"/>
                </a:lnTo>
                <a:cubicBezTo>
                  <a:pt x="45791" y="2683042"/>
                  <a:pt x="0" y="2637251"/>
                  <a:pt x="0" y="2580764"/>
                </a:cubicBezTo>
                <a:lnTo>
                  <a:pt x="0" y="102278"/>
                </a:lnTo>
                <a:cubicBezTo>
                  <a:pt x="0" y="45791"/>
                  <a:pt x="45791" y="0"/>
                  <a:pt x="102278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Бобровський Борис Павлович — Вікіпедія">
            <a:extLst>
              <a:ext uri="{FF2B5EF4-FFF2-40B4-BE49-F238E27FC236}">
                <a16:creationId xmlns:a16="http://schemas.microsoft.com/office/drawing/2014/main" id="{5BBE72F0-D038-AC23-080D-945A975A35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46810"/>
          <a:stretch/>
        </p:blipFill>
        <p:spPr bwMode="auto">
          <a:xfrm>
            <a:off x="581526" y="3486449"/>
            <a:ext cx="3118718" cy="3118718"/>
          </a:xfrm>
          <a:custGeom>
            <a:avLst/>
            <a:gdLst/>
            <a:ahLst/>
            <a:cxnLst/>
            <a:rect l="l" t="t" r="r" b="b"/>
            <a:pathLst>
              <a:path w="2683042" h="2683042">
                <a:moveTo>
                  <a:pt x="102278" y="0"/>
                </a:moveTo>
                <a:lnTo>
                  <a:pt x="2580764" y="0"/>
                </a:lnTo>
                <a:cubicBezTo>
                  <a:pt x="2637251" y="0"/>
                  <a:pt x="2683042" y="45791"/>
                  <a:pt x="2683042" y="102278"/>
                </a:cubicBezTo>
                <a:lnTo>
                  <a:pt x="2683042" y="2580764"/>
                </a:lnTo>
                <a:cubicBezTo>
                  <a:pt x="2683042" y="2637251"/>
                  <a:pt x="2637251" y="2683042"/>
                  <a:pt x="2580764" y="2683042"/>
                </a:cubicBezTo>
                <a:lnTo>
                  <a:pt x="102278" y="2683042"/>
                </a:lnTo>
                <a:cubicBezTo>
                  <a:pt x="45791" y="2683042"/>
                  <a:pt x="0" y="2637251"/>
                  <a:pt x="0" y="2580764"/>
                </a:cubicBezTo>
                <a:lnTo>
                  <a:pt x="0" y="102278"/>
                </a:lnTo>
                <a:cubicBezTo>
                  <a:pt x="0" y="45791"/>
                  <a:pt x="45791" y="0"/>
                  <a:pt x="102278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529D27A-CD67-B0F4-E6F7-569D7AD8D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4542" y="1946684"/>
            <a:ext cx="7363990" cy="4351338"/>
          </a:xfrm>
        </p:spPr>
        <p:txBody>
          <a:bodyPr>
            <a:normAutofit/>
          </a:bodyPr>
          <a:lstStyle/>
          <a:p>
            <a:r>
              <a:rPr lang="uk-UA" sz="1300" b="0" i="0">
                <a:effectLst/>
                <a:latin typeface="Fira Sans" panose="020F0502020204030204" pitchFamily="34" charset="0"/>
              </a:rPr>
              <a:t>Задля стабілізації ситуації на фронті рос. командування вирішило скористатися дисциплінованими </a:t>
            </a:r>
            <a:r>
              <a:rPr lang="uk-UA" sz="1300" b="0" i="0" err="1">
                <a:effectLst/>
                <a:latin typeface="Fira Sans" panose="020F0502020204030204" pitchFamily="34" charset="0"/>
              </a:rPr>
              <a:t>українізов</a:t>
            </a:r>
            <a:r>
              <a:rPr lang="uk-UA" sz="1300" b="0" i="0">
                <a:effectLst/>
                <a:latin typeface="Fira Sans" panose="020F0502020204030204" pitchFamily="34" charset="0"/>
              </a:rPr>
              <a:t>. частинами й у липні 1917 дало </a:t>
            </a:r>
            <a:r>
              <a:rPr lang="uk-UA" sz="1300" b="0" i="0" err="1">
                <a:effectLst/>
                <a:latin typeface="Fira Sans" panose="020F0502020204030204" pitchFamily="34" charset="0"/>
              </a:rPr>
              <a:t>офіц</a:t>
            </a:r>
            <a:r>
              <a:rPr lang="uk-UA" sz="1300" b="0" i="0">
                <a:effectLst/>
                <a:latin typeface="Fira Sans" panose="020F0502020204030204" pitchFamily="34" charset="0"/>
              </a:rPr>
              <a:t>. дозвіл на українізацію окремих корпусів. Найуспішніше була проведена українізація 34-го армій. корпусу під командуванням генерала </a:t>
            </a:r>
            <a:r>
              <a:rPr lang="uk-UA" sz="1300" b="0" i="1">
                <a:effectLst/>
                <a:latin typeface="Fira Sans" panose="020F0502020204030204" pitchFamily="34" charset="0"/>
              </a:rPr>
              <a:t>П. Скоропадського</a:t>
            </a:r>
            <a:r>
              <a:rPr lang="uk-UA" sz="1300" b="0" i="0">
                <a:effectLst/>
                <a:latin typeface="Fira Sans" panose="020F0502020204030204" pitchFamily="34" charset="0"/>
              </a:rPr>
              <a:t>. Він був </a:t>
            </a:r>
            <a:r>
              <a:rPr lang="uk-UA" sz="1300" b="0" i="0" err="1">
                <a:effectLst/>
                <a:latin typeface="Fira Sans" panose="020F0502020204030204" pitchFamily="34" charset="0"/>
              </a:rPr>
              <a:t>перейм</a:t>
            </a:r>
            <a:r>
              <a:rPr lang="uk-UA" sz="1300" b="0" i="0">
                <a:effectLst/>
                <a:latin typeface="Fira Sans" panose="020F0502020204030204" pitchFamily="34" charset="0"/>
              </a:rPr>
              <a:t>. у 1-й </a:t>
            </a:r>
            <a:r>
              <a:rPr lang="uk-UA" sz="1300" b="0" i="0" err="1">
                <a:effectLst/>
                <a:latin typeface="Fira Sans" panose="020F0502020204030204" pitchFamily="34" charset="0"/>
              </a:rPr>
              <a:t>Укр</a:t>
            </a:r>
            <a:r>
              <a:rPr lang="uk-UA" sz="1300" b="0" i="0">
                <a:effectLst/>
                <a:latin typeface="Fira Sans" panose="020F0502020204030204" pitchFamily="34" charset="0"/>
              </a:rPr>
              <a:t>. і вже восени нараховував 40 тис. осіб. Загалом чисельність особового складу частин, у яких була завершена українізація, становила бл. 440 тис., із них 240 тис. дислокувалося в Україні. </a:t>
            </a:r>
          </a:p>
          <a:p>
            <a:r>
              <a:rPr lang="uk-UA" sz="1300" b="0" i="0">
                <a:effectLst/>
                <a:latin typeface="Fira Sans" panose="020F0502020204030204" pitchFamily="34" charset="0"/>
              </a:rPr>
              <a:t>Після проголошення 20 листопада 1917 УНР </a:t>
            </a:r>
            <a:r>
              <a:rPr lang="uk-UA" sz="1300" b="0" i="0" err="1">
                <a:effectLst/>
                <a:latin typeface="Fira Sans" panose="020F0502020204030204" pitchFamily="34" charset="0"/>
              </a:rPr>
              <a:t>укр</a:t>
            </a:r>
            <a:r>
              <a:rPr lang="uk-UA" sz="1300" b="0" i="0">
                <a:effectLst/>
                <a:latin typeface="Fira Sans" panose="020F0502020204030204" pitchFamily="34" charset="0"/>
              </a:rPr>
              <a:t>. уряд підпорядкував собі розташовані на території України армій. командні структури рос. армії, </a:t>
            </a:r>
            <a:r>
              <a:rPr lang="uk-UA" sz="1300" b="0" i="0" err="1">
                <a:effectLst/>
                <a:latin typeface="Fira Sans" panose="020F0502020204030204" pitchFamily="34" charset="0"/>
              </a:rPr>
              <a:t>Пд</a:t>
            </a:r>
            <a:r>
              <a:rPr lang="uk-UA" sz="1300" b="0" i="0">
                <a:effectLst/>
                <a:latin typeface="Fira Sans" panose="020F0502020204030204" pitchFamily="34" charset="0"/>
              </a:rPr>
              <a:t>.-</a:t>
            </a:r>
            <a:r>
              <a:rPr lang="uk-UA" sz="1300" b="0" i="0" err="1">
                <a:effectLst/>
                <a:latin typeface="Fira Sans" panose="020F0502020204030204" pitchFamily="34" charset="0"/>
              </a:rPr>
              <a:t>Зх</a:t>
            </a:r>
            <a:r>
              <a:rPr lang="uk-UA" sz="1300" b="0" i="0">
                <a:effectLst/>
                <a:latin typeface="Fira Sans" panose="020F0502020204030204" pitchFamily="34" charset="0"/>
              </a:rPr>
              <a:t>. та Румун. фронти об’єднав у єдиний Український. У листопаді було створ. Ген. штаб на чолі з генералом </a:t>
            </a:r>
            <a:r>
              <a:rPr lang="uk-UA" sz="1300" b="0" i="0" u="none" strike="noStrike">
                <a:effectLst/>
                <a:latin typeface="Fira Sans" panose="020F0502020204030204" pitchFamily="34" charset="0"/>
                <a:hlinkClick r:id="rId4"/>
              </a:rPr>
              <a:t>Б. Бобровським</a:t>
            </a:r>
            <a:r>
              <a:rPr lang="uk-UA" sz="1300" b="0" i="0">
                <a:effectLst/>
                <a:latin typeface="Fira Sans" panose="020F0502020204030204" pitchFamily="34" charset="0"/>
              </a:rPr>
              <a:t>. До складу уряду УНР – Ген. Секретаріату – увійшов Ген. секретаріат з військ. справ під керівництвом С. Петлюри, що виконував функції військ. мін-ва. Тоді ж </a:t>
            </a:r>
            <a:r>
              <a:rPr lang="uk-UA" sz="1300" b="0" i="0" err="1">
                <a:effectLst/>
                <a:latin typeface="Fira Sans" panose="020F0502020204030204" pitchFamily="34" charset="0"/>
              </a:rPr>
              <a:t>заснов</a:t>
            </a:r>
            <a:r>
              <a:rPr lang="uk-UA" sz="1300" b="0" i="0">
                <a:effectLst/>
                <a:latin typeface="Fira Sans" panose="020F0502020204030204" pitchFamily="34" charset="0"/>
              </a:rPr>
              <a:t>. </a:t>
            </a:r>
            <a:r>
              <a:rPr lang="uk-UA" sz="1300" b="0" i="0" err="1">
                <a:effectLst/>
                <a:latin typeface="Fira Sans" panose="020F0502020204030204" pitchFamily="34" charset="0"/>
              </a:rPr>
              <a:t>укр</a:t>
            </a:r>
            <a:r>
              <a:rPr lang="uk-UA" sz="1300" b="0" i="0">
                <a:effectLst/>
                <a:latin typeface="Fira Sans" panose="020F0502020204030204" pitchFamily="34" charset="0"/>
              </a:rPr>
              <a:t>. військ. </a:t>
            </a:r>
            <a:r>
              <a:rPr lang="uk-UA" sz="1300" b="0" i="0" err="1">
                <a:effectLst/>
                <a:latin typeface="Fira Sans" panose="020F0502020204030204" pitchFamily="34" charset="0"/>
              </a:rPr>
              <a:t>навч</a:t>
            </a:r>
            <a:r>
              <a:rPr lang="uk-UA" sz="1300" b="0" i="0">
                <a:effectLst/>
                <a:latin typeface="Fira Sans" panose="020F0502020204030204" pitchFamily="34" charset="0"/>
              </a:rPr>
              <a:t>. заклади для підготовки молодих офіцерів. </a:t>
            </a:r>
          </a:p>
          <a:p>
            <a:r>
              <a:rPr lang="uk-UA" sz="1300" b="0" i="0">
                <a:effectLst/>
                <a:latin typeface="Fira Sans" panose="020F0502020204030204" pitchFamily="34" charset="0"/>
              </a:rPr>
              <a:t>У грудні формуються й перші суто українські, (а не українізовані) регулярні частини – Курінь Січових стрільців, Гайдамацький кіш Слобідської України, 1-й Республіканський полк. 30 грудня С. Петлюра затвердив статут Армії УНР. Через непослідовну військ. політику ЦР, її недовіру до кадр. офіцерів наприкінці 1917 </a:t>
            </a:r>
            <a:r>
              <a:rPr lang="uk-UA" sz="1300" b="0" i="0" err="1">
                <a:effectLst/>
                <a:latin typeface="Fira Sans" panose="020F0502020204030204" pitchFamily="34" charset="0"/>
              </a:rPr>
              <a:t>україніз</a:t>
            </a:r>
            <a:r>
              <a:rPr lang="uk-UA" sz="1300" b="0" i="0">
                <a:effectLst/>
                <a:latin typeface="Fira Sans" panose="020F0502020204030204" pitchFamily="34" charset="0"/>
              </a:rPr>
              <a:t>. частини стали стихійно </a:t>
            </a:r>
            <a:r>
              <a:rPr lang="uk-UA" sz="1300" b="0" i="0" err="1">
                <a:effectLst/>
                <a:latin typeface="Fira Sans" panose="020F0502020204030204" pitchFamily="34" charset="0"/>
              </a:rPr>
              <a:t>самодемобілізовуватися</a:t>
            </a:r>
            <a:r>
              <a:rPr lang="uk-UA" sz="1300" b="0" i="0">
                <a:effectLst/>
                <a:latin typeface="Fira Sans" panose="020F0502020204030204" pitchFamily="34" charset="0"/>
              </a:rPr>
              <a:t>. Однією з причин було і бажання вчорашніх селян, які складали більшість війська, повернутися до мирної праці, взяти участь у розподілі землі.</a:t>
            </a:r>
          </a:p>
          <a:p>
            <a:endParaRPr lang="uk-UA" sz="1300"/>
          </a:p>
        </p:txBody>
      </p:sp>
    </p:spTree>
    <p:extLst>
      <p:ext uri="{BB962C8B-B14F-4D97-AF65-F5344CB8AC3E}">
        <p14:creationId xmlns:p14="http://schemas.microsoft.com/office/powerpoint/2010/main" val="783310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83" name="Rectangle 10282">
            <a:extLst>
              <a:ext uri="{FF2B5EF4-FFF2-40B4-BE49-F238E27FC236}">
                <a16:creationId xmlns:a16="http://schemas.microsoft.com/office/drawing/2014/main" id="{D75A5B51-0925-4835-8511-A0DD17EAA9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4D6EE6-D5CE-B849-D7B6-0D18A3FC8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65125"/>
            <a:ext cx="5295015" cy="2063808"/>
          </a:xfrm>
        </p:spPr>
        <p:txBody>
          <a:bodyPr anchor="b">
            <a:normAutofit/>
          </a:bodyPr>
          <a:lstStyle/>
          <a:p>
            <a:r>
              <a:rPr lang="uk-UA" sz="4600"/>
              <a:t>Початок більшовицької агресії</a:t>
            </a:r>
          </a:p>
        </p:txBody>
      </p:sp>
      <p:sp>
        <p:nvSpPr>
          <p:cNvPr id="10285" name="Sketch line">
            <a:extLst>
              <a:ext uri="{FF2B5EF4-FFF2-40B4-BE49-F238E27FC236}">
                <a16:creationId xmlns:a16="http://schemas.microsoft.com/office/drawing/2014/main" id="{5CDFD20D-8E4F-4E3A-AF87-93F23E0D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2650181"/>
            <a:ext cx="4343400" cy="18288"/>
          </a:xfrm>
          <a:custGeom>
            <a:avLst/>
            <a:gdLst>
              <a:gd name="connsiteX0" fmla="*/ 0 w 4343400"/>
              <a:gd name="connsiteY0" fmla="*/ 0 h 18288"/>
              <a:gd name="connsiteX1" fmla="*/ 577052 w 4343400"/>
              <a:gd name="connsiteY1" fmla="*/ 0 h 18288"/>
              <a:gd name="connsiteX2" fmla="*/ 1067235 w 4343400"/>
              <a:gd name="connsiteY2" fmla="*/ 0 h 18288"/>
              <a:gd name="connsiteX3" fmla="*/ 1600853 w 4343400"/>
              <a:gd name="connsiteY3" fmla="*/ 0 h 18288"/>
              <a:gd name="connsiteX4" fmla="*/ 2264773 w 4343400"/>
              <a:gd name="connsiteY4" fmla="*/ 0 h 18288"/>
              <a:gd name="connsiteX5" fmla="*/ 2841825 w 4343400"/>
              <a:gd name="connsiteY5" fmla="*/ 0 h 18288"/>
              <a:gd name="connsiteX6" fmla="*/ 3375442 w 4343400"/>
              <a:gd name="connsiteY6" fmla="*/ 0 h 18288"/>
              <a:gd name="connsiteX7" fmla="*/ 4343400 w 4343400"/>
              <a:gd name="connsiteY7" fmla="*/ 0 h 18288"/>
              <a:gd name="connsiteX8" fmla="*/ 4343400 w 4343400"/>
              <a:gd name="connsiteY8" fmla="*/ 18288 h 18288"/>
              <a:gd name="connsiteX9" fmla="*/ 3722914 w 4343400"/>
              <a:gd name="connsiteY9" fmla="*/ 18288 h 18288"/>
              <a:gd name="connsiteX10" fmla="*/ 3189297 w 4343400"/>
              <a:gd name="connsiteY10" fmla="*/ 18288 h 18288"/>
              <a:gd name="connsiteX11" fmla="*/ 2481943 w 4343400"/>
              <a:gd name="connsiteY11" fmla="*/ 18288 h 18288"/>
              <a:gd name="connsiteX12" fmla="*/ 1904891 w 4343400"/>
              <a:gd name="connsiteY12" fmla="*/ 18288 h 18288"/>
              <a:gd name="connsiteX13" fmla="*/ 1414707 w 4343400"/>
              <a:gd name="connsiteY13" fmla="*/ 18288 h 18288"/>
              <a:gd name="connsiteX14" fmla="*/ 750788 w 4343400"/>
              <a:gd name="connsiteY14" fmla="*/ 18288 h 18288"/>
              <a:gd name="connsiteX15" fmla="*/ 0 w 4343400"/>
              <a:gd name="connsiteY15" fmla="*/ 18288 h 18288"/>
              <a:gd name="connsiteX16" fmla="*/ 0 w 43434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1E8E573-653E-C583-5F5E-8F5BE0728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908005"/>
            <a:ext cx="5295015" cy="3268957"/>
          </a:xfrm>
        </p:spPr>
        <p:txBody>
          <a:bodyPr>
            <a:normAutofit/>
          </a:bodyPr>
          <a:lstStyle/>
          <a:p>
            <a:r>
              <a:rPr lang="uk-UA" sz="1000" b="0" i="0">
                <a:effectLst/>
                <a:latin typeface="Fira Sans" panose="020F0502020204030204" pitchFamily="34" charset="0"/>
              </a:rPr>
              <a:t>17 грудня 1917 більшов. Росія розв’язала агресію проти УНР. 16 січня 1918 ЦР ухвалила тимчас. «Закон про утворення Українського Народного Війська», який передбачав провести набір інструкторів, тобто військ. фахівців, які б проводили вишкіл поклик. до служби в армію призовників. Після майже десятиден. оборони Києва від більшов. військ 8 лютого 1918 регулярні частини Армії УНР разом із загонами міліцій. типу – Вільного козацтва відступили на Волинь. Тут їх реорганізовано в Окремий Запоріз. загін під командою генерала </a:t>
            </a:r>
            <a:r>
              <a:rPr lang="uk-UA" sz="1000" b="0" i="1">
                <a:effectLst/>
                <a:latin typeface="Fira Sans" panose="020F0502020204030204" pitchFamily="34" charset="0"/>
              </a:rPr>
              <a:t>К. Прісовського</a:t>
            </a:r>
            <a:r>
              <a:rPr lang="uk-UA" sz="1000" b="0" i="0">
                <a:effectLst/>
                <a:latin typeface="Fira Sans" panose="020F0502020204030204" pitchFamily="34" charset="0"/>
              </a:rPr>
              <a:t> (3 тис. осіб). Під кін. березня 1918 Армія УНР зросла до 15 тис. бійців (1-а Запоріз. дивізія – 12 тис. і полк Січових стрільців – 3 тис.). </a:t>
            </a:r>
          </a:p>
          <a:p>
            <a:r>
              <a:rPr lang="uk-UA" sz="1000" b="0" i="0">
                <a:effectLst/>
                <a:latin typeface="Fira Sans" panose="020F0502020204030204" pitchFamily="34" charset="0"/>
              </a:rPr>
              <a:t>Значну допомогу в її формуванні надав Союз Визволення України. Його стараннями із військовополонених-українців, що перебували у таборах Німеччини і Австро-Угорщини протягом лютого–квітня 1918 було сформовано дві дивізії – «Синьожупанників» (1200 бійців) і «Сірожупанників» (4 тис. бійців). У квітні Армія УНР нараховувала 40 тис. багнетів, 1500 кінноти, 20 тис. особового складу гарнізонів – разом 56 тис. осіб. Розпочалося формування кадрів восьми територ. піхотних корпусів і окремої дивізії для Таврії.</a:t>
            </a:r>
          </a:p>
          <a:p>
            <a:endParaRPr lang="uk-UA" sz="1000"/>
          </a:p>
        </p:txBody>
      </p:sp>
      <p:pic>
        <p:nvPicPr>
          <p:cNvPr id="10244" name="Picture 4">
            <a:extLst>
              <a:ext uri="{FF2B5EF4-FFF2-40B4-BE49-F238E27FC236}">
                <a16:creationId xmlns:a16="http://schemas.microsoft.com/office/drawing/2014/main" id="{652EC756-C1C2-3B49-2752-0A8EC10D25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74206" y="362384"/>
            <a:ext cx="2047986" cy="2884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2" name="Picture 2" descr="Визвольні Змагання - 1 — Костянтин Прісовський, комендант гетьманського  палацу; 2 — німецький старшина граф Альвенслебен; 3 — Військовий Міністр  Української Держави Олександр РОГОЗА; 4 — Олександр Черячукін, голова  посольства Всевеликого Війська">
            <a:extLst>
              <a:ext uri="{FF2B5EF4-FFF2-40B4-BE49-F238E27FC236}">
                <a16:creationId xmlns:a16="http://schemas.microsoft.com/office/drawing/2014/main" id="{32BDEE5B-76D9-16FD-243A-908B2FCF01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48" r="11821" b="-1"/>
          <a:stretch/>
        </p:blipFill>
        <p:spPr bwMode="auto">
          <a:xfrm>
            <a:off x="9452683" y="362383"/>
            <a:ext cx="2146895" cy="2884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Синьожупанники 1918 р. - YouTube">
            <a:extLst>
              <a:ext uri="{FF2B5EF4-FFF2-40B4-BE49-F238E27FC236}">
                <a16:creationId xmlns:a16="http://schemas.microsoft.com/office/drawing/2014/main" id="{157CFC49-1036-BA99-F67C-1010139A78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67094" y="3426258"/>
            <a:ext cx="4890142" cy="2750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6817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71" name="Rectangle 11270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7BF198-5838-389A-BE72-55D69381E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39193"/>
            <a:ext cx="6534857" cy="173507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26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І </a:t>
            </a:r>
            <a:r>
              <a:rPr lang="en-US" sz="260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Універсал</a:t>
            </a:r>
            <a:r>
              <a:rPr lang="en-US" sz="26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</a:t>
            </a:r>
            <a:r>
              <a:rPr lang="en-US" sz="260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Центральної</a:t>
            </a:r>
            <a:r>
              <a:rPr lang="en-US" sz="26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</a:t>
            </a:r>
            <a:r>
              <a:rPr lang="en-US" sz="260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Ради</a:t>
            </a:r>
            <a:r>
              <a:rPr lang="en-US" sz="26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 </a:t>
            </a:r>
            <a:r>
              <a:rPr lang="en-US" sz="260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Генеральний</a:t>
            </a:r>
            <a:r>
              <a:rPr lang="en-US" sz="26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</a:t>
            </a:r>
            <a:r>
              <a:rPr lang="en-US" sz="260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секретаріат</a:t>
            </a:r>
            <a:r>
              <a:rPr lang="en-US" sz="26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 </a:t>
            </a:r>
            <a:r>
              <a:rPr lang="en-US" sz="260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В.Винниченко</a:t>
            </a:r>
            <a:r>
              <a:rPr lang="en-US" sz="26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 ІІ </a:t>
            </a:r>
            <a:r>
              <a:rPr lang="en-US" sz="260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Універсал</a:t>
            </a:r>
            <a:r>
              <a:rPr lang="en-US" sz="26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УЦР. </a:t>
            </a:r>
            <a:r>
              <a:rPr lang="en-US" sz="260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Причини</a:t>
            </a:r>
            <a:r>
              <a:rPr lang="en-US" sz="26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</a:t>
            </a:r>
            <a:r>
              <a:rPr lang="en-US" sz="260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невдоволення</a:t>
            </a:r>
            <a:r>
              <a:rPr lang="en-US" sz="26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ЦР </a:t>
            </a:r>
            <a:r>
              <a:rPr lang="en-US" sz="260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та</a:t>
            </a:r>
            <a:r>
              <a:rPr lang="en-US" sz="26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</a:t>
            </a:r>
            <a:r>
              <a:rPr lang="en-US" sz="260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збройного</a:t>
            </a:r>
            <a:r>
              <a:rPr lang="en-US" sz="26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</a:t>
            </a:r>
            <a:r>
              <a:rPr lang="en-US" sz="260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виступу</a:t>
            </a:r>
            <a:r>
              <a:rPr lang="en-US" sz="26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</a:t>
            </a:r>
            <a:r>
              <a:rPr lang="en-US" sz="260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самостійників</a:t>
            </a:r>
            <a:r>
              <a:rPr lang="en-US" sz="26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</a:t>
            </a:r>
            <a:br>
              <a:rPr lang="en-US" sz="26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</a:br>
            <a:endParaRPr lang="en-US" sz="2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27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0F061307-3F66-7223-9BB5-F81AD5E6916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15684" y="449580"/>
            <a:ext cx="3398208" cy="5550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Таблиця 4">
            <a:extLst>
              <a:ext uri="{FF2B5EF4-FFF2-40B4-BE49-F238E27FC236}">
                <a16:creationId xmlns:a16="http://schemas.microsoft.com/office/drawing/2014/main" id="{C0BCDB1B-CCFE-A7E4-E528-12B6B95E76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6859146"/>
              </p:ext>
            </p:extLst>
          </p:nvPr>
        </p:nvGraphicFramePr>
        <p:xfrm>
          <a:off x="638882" y="3810794"/>
          <a:ext cx="5895975" cy="2651760"/>
        </p:xfrm>
        <a:graphic>
          <a:graphicData uri="http://schemas.openxmlformats.org/drawingml/2006/table">
            <a:tbl>
              <a:tblPr/>
              <a:tblGrid>
                <a:gridCol w="5895975">
                  <a:extLst>
                    <a:ext uri="{9D8B030D-6E8A-4147-A177-3AD203B41FA5}">
                      <a16:colId xmlns:a16="http://schemas.microsoft.com/office/drawing/2014/main" val="34986666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uk-UA" i="1" dirty="0">
                          <a:effectLst/>
                        </a:rPr>
                        <a:t>Хай буде Україна вільною. Не </a:t>
                      </a:r>
                      <a:r>
                        <a:rPr lang="uk-UA" i="1" dirty="0" err="1">
                          <a:effectLst/>
                        </a:rPr>
                        <a:t>одділяючись</a:t>
                      </a:r>
                      <a:r>
                        <a:rPr lang="uk-UA" i="1" dirty="0">
                          <a:effectLst/>
                        </a:rPr>
                        <a:t> від всієї Росії, не розриваючи з державою російською, хай народ український на своїй Землі має право сам порядкувати своїм життям. Хай порядок і лад на Вкраїні дають — вибрані </a:t>
                      </a:r>
                      <a:r>
                        <a:rPr lang="uk-UA" i="1" dirty="0" err="1">
                          <a:effectLst/>
                        </a:rPr>
                        <a:t>вселюдним</a:t>
                      </a:r>
                      <a:r>
                        <a:rPr lang="uk-UA" i="1" dirty="0">
                          <a:effectLst/>
                        </a:rPr>
                        <a:t>, рівним, прямим і тайним голосуванням Всенародні Українські Збори (Сейм). Всі закони, що повинні дати той лад тут у нас, на Вкраїні, мають право видавати тільки наші Українські Збори.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9049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— з тексту </a:t>
                      </a:r>
                      <a:r>
                        <a:rPr lang="ru-RU" dirty="0" err="1">
                          <a:effectLst/>
                        </a:rPr>
                        <a:t>Першого</a:t>
                      </a:r>
                      <a:r>
                        <a:rPr lang="ru-RU" dirty="0">
                          <a:effectLst/>
                        </a:rPr>
                        <a:t> </a:t>
                      </a:r>
                      <a:r>
                        <a:rPr lang="ru-RU" dirty="0" err="1">
                          <a:effectLst/>
                        </a:rPr>
                        <a:t>Універсалу</a:t>
                      </a:r>
                      <a:r>
                        <a:rPr lang="ru-RU" dirty="0">
                          <a:effectLst/>
                        </a:rPr>
                        <a:t> УЦР.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493719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F384C77-839C-2B8D-166E-CC5522C6DFD8}"/>
              </a:ext>
            </a:extLst>
          </p:cNvPr>
          <p:cNvSpPr txBox="1"/>
          <p:nvPr/>
        </p:nvSpPr>
        <p:spPr>
          <a:xfrm>
            <a:off x="995265" y="2228671"/>
            <a:ext cx="38659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3" tooltip="10 червня"/>
              </a:rPr>
              <a:t>10 червня</a:t>
            </a:r>
            <a:r>
              <a:rPr lang="ru-RU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ru-RU" b="0" i="0" u="sng" dirty="0">
                <a:solidFill>
                  <a:srgbClr val="FAA700"/>
                </a:solidFill>
                <a:effectLst/>
                <a:latin typeface="Arial" panose="020B0604020202020204" pitchFamily="34" charset="0"/>
                <a:hlinkClick r:id="rId4"/>
              </a:rPr>
              <a:t>23 червня</a:t>
            </a:r>
            <a:r>
              <a:rPr lang="ru-RU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за 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новим</a:t>
            </a:r>
            <a:r>
              <a:rPr lang="ru-RU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стилем) 1917 р.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431728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A0FC72-2205-0D20-2EC3-E898B2207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uk-UA" sz="42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Характер відносин Центральної Ради та Тимчасового уряду</a:t>
            </a:r>
            <a:endParaRPr lang="uk-UA" sz="42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98D534B-81A8-0E47-3BB5-FF31BC8A4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ru-RU" sz="2200" b="0" i="0" dirty="0">
                <a:effectLst/>
                <a:latin typeface="Roboto" panose="02000000000000000000" pitchFamily="2" charset="0"/>
              </a:rPr>
              <a:t>29 червня до </a:t>
            </a:r>
            <a:r>
              <a:rPr lang="ru-RU" sz="2200" b="0" i="0" dirty="0" err="1">
                <a:effectLst/>
                <a:latin typeface="Roboto" panose="02000000000000000000" pitchFamily="2" charset="0"/>
              </a:rPr>
              <a:t>Києва</a:t>
            </a:r>
            <a:r>
              <a:rPr lang="ru-RU" sz="2200" b="0" i="0" dirty="0">
                <a:effectLst/>
                <a:latin typeface="Roboto" panose="02000000000000000000" pitchFamily="2" charset="0"/>
              </a:rPr>
              <a:t> </a:t>
            </a:r>
            <a:r>
              <a:rPr lang="ru-RU" sz="2200" b="0" i="0" dirty="0" err="1">
                <a:effectLst/>
                <a:latin typeface="Roboto" panose="02000000000000000000" pitchFamily="2" charset="0"/>
              </a:rPr>
              <a:t>прибули</a:t>
            </a:r>
            <a:r>
              <a:rPr lang="ru-RU" sz="2200" b="0" i="0" dirty="0">
                <a:effectLst/>
                <a:latin typeface="Roboto" panose="02000000000000000000" pitchFamily="2" charset="0"/>
              </a:rPr>
              <a:t> три </a:t>
            </a:r>
            <a:r>
              <a:rPr lang="ru-RU" sz="2200" b="0" i="0" dirty="0" err="1">
                <a:effectLst/>
                <a:latin typeface="Roboto" panose="02000000000000000000" pitchFamily="2" charset="0"/>
              </a:rPr>
              <a:t>міністри</a:t>
            </a:r>
            <a:r>
              <a:rPr lang="ru-RU" sz="2200" b="0" i="0" dirty="0">
                <a:effectLst/>
                <a:latin typeface="Roboto" panose="02000000000000000000" pitchFamily="2" charset="0"/>
              </a:rPr>
              <a:t> </a:t>
            </a:r>
            <a:r>
              <a:rPr lang="ru-RU" sz="2200" b="0" i="0" dirty="0" err="1">
                <a:effectLst/>
                <a:latin typeface="Roboto" panose="02000000000000000000" pitchFamily="2" charset="0"/>
              </a:rPr>
              <a:t>Тимчасового</a:t>
            </a:r>
            <a:r>
              <a:rPr lang="ru-RU" sz="2200" b="0" i="0" dirty="0">
                <a:effectLst/>
                <a:latin typeface="Roboto" panose="02000000000000000000" pitchFamily="2" charset="0"/>
              </a:rPr>
              <a:t> уряду — О. </a:t>
            </a:r>
            <a:r>
              <a:rPr lang="ru-RU" sz="2200" b="0" i="0" dirty="0" err="1">
                <a:effectLst/>
                <a:latin typeface="Roboto" panose="02000000000000000000" pitchFamily="2" charset="0"/>
              </a:rPr>
              <a:t>Керенський</a:t>
            </a:r>
            <a:r>
              <a:rPr lang="ru-RU" sz="2200" b="0" i="0" dirty="0">
                <a:effectLst/>
                <a:latin typeface="Roboto" panose="02000000000000000000" pitchFamily="2" charset="0"/>
              </a:rPr>
              <a:t>, М. Терещенко та І. </a:t>
            </a:r>
            <a:r>
              <a:rPr lang="ru-RU" sz="2200" b="0" i="0" dirty="0" err="1">
                <a:effectLst/>
                <a:latin typeface="Roboto" panose="02000000000000000000" pitchFamily="2" charset="0"/>
              </a:rPr>
              <a:t>Церетелі</a:t>
            </a:r>
            <a:r>
              <a:rPr lang="ru-RU" sz="2200" b="0" i="0" dirty="0">
                <a:effectLst/>
                <a:latin typeface="Roboto" panose="02000000000000000000" pitchFamily="2" charset="0"/>
              </a:rPr>
              <a:t>. </a:t>
            </a:r>
          </a:p>
          <a:p>
            <a:r>
              <a:rPr lang="ru-RU" sz="2200" b="0" i="0" dirty="0">
                <a:effectLst/>
                <a:latin typeface="Roboto" panose="02000000000000000000" pitchFamily="2" charset="0"/>
              </a:rPr>
              <a:t>Головна тема </a:t>
            </a:r>
            <a:r>
              <a:rPr lang="ru-RU" sz="2200" b="0" i="0" dirty="0" err="1">
                <a:effectLst/>
                <a:latin typeface="Roboto" panose="02000000000000000000" pitchFamily="2" charset="0"/>
              </a:rPr>
              <a:t>переговорів</a:t>
            </a:r>
            <a:r>
              <a:rPr lang="ru-RU" sz="2200" b="0" i="0" dirty="0">
                <a:effectLst/>
                <a:latin typeface="Roboto" panose="02000000000000000000" pitchFamily="2" charset="0"/>
              </a:rPr>
              <a:t> — </a:t>
            </a:r>
            <a:r>
              <a:rPr lang="ru-RU" sz="2200" b="0" i="0" dirty="0" err="1">
                <a:effectLst/>
                <a:latin typeface="Roboto" panose="02000000000000000000" pitchFamily="2" charset="0"/>
              </a:rPr>
              <a:t>налагодження</a:t>
            </a:r>
            <a:r>
              <a:rPr lang="ru-RU" sz="2200" b="0" i="0" dirty="0">
                <a:effectLst/>
                <a:latin typeface="Roboto" panose="02000000000000000000" pitchFamily="2" charset="0"/>
              </a:rPr>
              <a:t> </a:t>
            </a:r>
            <a:r>
              <a:rPr lang="ru-RU" sz="2200" b="0" i="0" dirty="0" err="1">
                <a:effectLst/>
                <a:latin typeface="Roboto" panose="02000000000000000000" pitchFamily="2" charset="0"/>
              </a:rPr>
              <a:t>взаємин</a:t>
            </a:r>
            <a:r>
              <a:rPr lang="ru-RU" sz="2200" b="0" i="0" dirty="0">
                <a:effectLst/>
                <a:latin typeface="Roboto" panose="02000000000000000000" pitchFamily="2" charset="0"/>
              </a:rPr>
              <a:t> з Центральною Радою.</a:t>
            </a:r>
          </a:p>
          <a:p>
            <a:r>
              <a:rPr lang="uk-UA" sz="2200" b="0" i="0" dirty="0">
                <a:effectLst/>
                <a:latin typeface="Roboto" panose="02000000000000000000" pitchFamily="2" charset="0"/>
              </a:rPr>
              <a:t>Центральній Раді пропонувалося укласти угоду з підписанням двома сторонами спеціальних декларацій, які б свідчили про одностайність дій, а також порозумітися з представниками неукраїнської революційної демократи в Україні й надати їй місця у Раді, що сприяло б перетворенню її із суто національного органу на територіально-національний. Уряд наполягав на відкритому осуді Радою методів захоплення влади. Зі свого боку делегація обіцяла, що уряд, приймаючи Закони стосовно України, узгоджуватиме їх з УЦР</a:t>
            </a:r>
            <a:endParaRPr lang="uk-UA" sz="2200" dirty="0"/>
          </a:p>
        </p:txBody>
      </p:sp>
    </p:spTree>
    <p:extLst>
      <p:ext uri="{BB962C8B-B14F-4D97-AF65-F5344CB8AC3E}">
        <p14:creationId xmlns:p14="http://schemas.microsoft.com/office/powerpoint/2010/main" val="41927287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FF875E-5BC2-B65D-B017-54D016232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uk-UA" dirty="0"/>
              <a:t>Другий Універсал </a:t>
            </a:r>
            <a:br>
              <a:rPr lang="uk-UA" dirty="0"/>
            </a:br>
            <a:r>
              <a:rPr lang="ru-RU" b="0" i="0" dirty="0">
                <a:solidFill>
                  <a:srgbClr val="202124"/>
                </a:solidFill>
                <a:effectLst/>
                <a:latin typeface="Google Sans"/>
              </a:rPr>
              <a:t>3 липня (16 — за </a:t>
            </a:r>
            <a:r>
              <a:rPr lang="ru-RU" b="0" i="0" dirty="0" err="1">
                <a:solidFill>
                  <a:srgbClr val="202124"/>
                </a:solidFill>
                <a:effectLst/>
                <a:latin typeface="Google Sans"/>
              </a:rPr>
              <a:t>новим</a:t>
            </a:r>
            <a:r>
              <a:rPr lang="ru-RU" b="0" i="0" dirty="0">
                <a:solidFill>
                  <a:srgbClr val="202124"/>
                </a:solidFill>
                <a:effectLst/>
                <a:latin typeface="Google Sans"/>
              </a:rPr>
              <a:t> стилем) 1917 р.</a:t>
            </a:r>
            <a:endParaRPr lang="uk-UA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89AB8C6-7908-86EE-61FA-53193D7945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ru-RU" sz="2000" b="0" i="0" dirty="0">
                <a:effectLst/>
                <a:latin typeface="Roboto" panose="02000000000000000000" pitchFamily="2" charset="0"/>
              </a:rPr>
              <a:t>2 липня з Петрограда до 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Києва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 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надійшла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 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телеграма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 з текстом 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урядової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 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декларації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, де 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мовилося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 про 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визнання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 Генерального 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секретаріату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 як 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вищого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 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розпорядчого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 органу 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України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, а також про те, 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що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 уряд «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прихильно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 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поставиться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 до 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опрацювання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 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Українською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 Радою проекту 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національно-політичного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 статусу 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України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 в тому 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розумінні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, в 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якому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 сама Рада 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вважатиме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 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це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 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суголосним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 з 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інтересами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 краю». </a:t>
            </a:r>
          </a:p>
          <a:p>
            <a:r>
              <a:rPr lang="ru-RU" sz="2000" b="0" i="0" dirty="0">
                <a:effectLst/>
                <a:latin typeface="Roboto" panose="02000000000000000000" pitchFamily="2" charset="0"/>
              </a:rPr>
              <a:t>У 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відповідь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 Центральна Рада проголосила 2-й 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Універсал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. Там, 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зокрема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, 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зазначалося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 «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із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 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задоволенням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 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приймаємо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 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заклик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 правительства до 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єднання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». 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Далі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 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йшлося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 про 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поповнення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 УЦР 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представниками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 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національних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 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меншин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 і 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перетворення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 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її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 на 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єдиний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 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найвищий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 орган 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революційної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 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демократи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 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України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 Рада 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обіцяла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 твердо 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йти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 «шляхом 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зміцнення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 нового ладу, 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утвореного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 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революцією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», 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підготувати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 «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проекти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 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законів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 про 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автономний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 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устрій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 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України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 для 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внесення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 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їх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 на 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затвердження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 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Установчим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 </a:t>
            </a:r>
            <a:r>
              <a:rPr lang="ru-RU" sz="2000" b="0" i="0" dirty="0" err="1">
                <a:effectLst/>
                <a:latin typeface="Roboto" panose="02000000000000000000" pitchFamily="2" charset="0"/>
              </a:rPr>
              <a:t>зборам</a:t>
            </a:r>
            <a:r>
              <a:rPr lang="ru-RU" sz="2000" b="0" i="0" dirty="0">
                <a:effectLst/>
                <a:latin typeface="Roboto" panose="02000000000000000000" pitchFamily="2" charset="0"/>
              </a:rPr>
              <a:t>».</a:t>
            </a:r>
            <a:endParaRPr lang="uk-UA" sz="2000" dirty="0"/>
          </a:p>
        </p:txBody>
      </p:sp>
    </p:spTree>
    <p:extLst>
      <p:ext uri="{BB962C8B-B14F-4D97-AF65-F5344CB8AC3E}">
        <p14:creationId xmlns:p14="http://schemas.microsoft.com/office/powerpoint/2010/main" val="4095070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301" name="Rectangle 12294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E59434-991E-9B2B-CF89-ACE822FBF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4200" kern="1200" dirty="0" err="1">
                <a:effectLst/>
                <a:latin typeface="+mj-lt"/>
                <a:ea typeface="+mj-ea"/>
                <a:cs typeface="+mj-cs"/>
              </a:rPr>
              <a:t>Генеральний</a:t>
            </a:r>
            <a:r>
              <a:rPr lang="en-US" sz="4200" kern="1200" dirty="0">
                <a:effectLst/>
                <a:latin typeface="+mj-lt"/>
                <a:ea typeface="+mj-ea"/>
                <a:cs typeface="+mj-cs"/>
              </a:rPr>
              <a:t> </a:t>
            </a:r>
            <a:r>
              <a:rPr lang="en-US" sz="4200" kern="1200" dirty="0" err="1">
                <a:effectLst/>
                <a:latin typeface="+mj-lt"/>
                <a:ea typeface="+mj-ea"/>
                <a:cs typeface="+mj-cs"/>
              </a:rPr>
              <a:t>секретаріат</a:t>
            </a:r>
            <a:r>
              <a:rPr lang="en-US" sz="4200" kern="1200" dirty="0">
                <a:effectLst/>
                <a:latin typeface="+mj-lt"/>
                <a:ea typeface="+mj-ea"/>
                <a:cs typeface="+mj-cs"/>
              </a:rPr>
              <a:t>. </a:t>
            </a:r>
            <a:r>
              <a:rPr lang="en-US" sz="4200" kern="1200" dirty="0" err="1">
                <a:effectLst/>
                <a:latin typeface="+mj-lt"/>
                <a:ea typeface="+mj-ea"/>
                <a:cs typeface="+mj-cs"/>
              </a:rPr>
              <a:t>В.Винниченко</a:t>
            </a:r>
            <a:endParaRPr lang="uk-UA" sz="4200" dirty="0"/>
          </a:p>
        </p:txBody>
      </p:sp>
      <p:pic>
        <p:nvPicPr>
          <p:cNvPr id="12290" name="Picture 2" descr="Володимир Кирилович Винниченко">
            <a:extLst>
              <a:ext uri="{FF2B5EF4-FFF2-40B4-BE49-F238E27FC236}">
                <a16:creationId xmlns:a16="http://schemas.microsoft.com/office/drawing/2014/main" id="{D3A492F0-1E10-0B5D-736C-D64A9BCB41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6" r="4556"/>
          <a:stretch/>
        </p:blipFill>
        <p:spPr bwMode="auto"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302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603120B-3C34-DF24-CACD-B3547333C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ru-RU" sz="1700" b="1" i="0">
                <a:effectLst/>
                <a:latin typeface="Helvetica" panose="020B0604020202020204" pitchFamily="34" charset="0"/>
              </a:rPr>
              <a:t>1917</a:t>
            </a:r>
            <a:r>
              <a:rPr lang="ru-RU" sz="1700" b="0" i="0">
                <a:effectLst/>
                <a:latin typeface="Helvetica" panose="020B0604020202020204" pitchFamily="34" charset="0"/>
              </a:rPr>
              <a:t> на засіданні Малої Ради сформовано перший уряд України – Генеральний секретаріат (виконавчий орган Центральної Ради) на чолі з В. Винниченком. За визначенням УЦР, був "вищим революційним органом українського народу". Ств. після проголошення I Універсалу УЦР в складі 8 генеральних секретарств і генерального писаря. Перша декларація секретаріату була оголошена В.Винниченком на 5-й сесії УЦР і затверджена її пленумом 10 липня 1917 р. У результаті переговорів УЦР з міністрами Тимчасового уряду в Києві Генеральний секретаріат був визнаний останніми як крайовий орган управління в Україні, склад якого затверджувався Тимчасовим урядом зі згоди УЦР.</a:t>
            </a:r>
            <a:endParaRPr lang="uk-UA" sz="1700"/>
          </a:p>
        </p:txBody>
      </p:sp>
    </p:spTree>
    <p:extLst>
      <p:ext uri="{BB962C8B-B14F-4D97-AF65-F5344CB8AC3E}">
        <p14:creationId xmlns:p14="http://schemas.microsoft.com/office/powerpoint/2010/main" val="18977085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927001-02D4-2844-C726-72F1E9701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200" kern="1200">
                <a:effectLst/>
                <a:latin typeface="+mj-lt"/>
                <a:ea typeface="+mj-ea"/>
                <a:cs typeface="+mj-cs"/>
              </a:rPr>
              <a:t>Причини невдоволення ЦР та збройного виступу самостійників</a:t>
            </a:r>
            <a:endParaRPr lang="uk-UA" sz="42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B5A0325-D9B9-0E6D-A7C3-8C93E7054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 fontScale="92500" lnSpcReduction="20000"/>
          </a:bodyPr>
          <a:lstStyle/>
          <a:p>
            <a:r>
              <a:rPr lang="uk-UA" sz="1400" b="1" i="0" dirty="0">
                <a:effectLst/>
                <a:latin typeface="PT Sans" panose="020B0503020203020204" pitchFamily="34" charset="-52"/>
              </a:rPr>
              <a:t>1917, 18 липня – у Києві відбувся збройний виступ вояків Другого Українського козацького полку імені гетьмана Павла Полуботка з метою проголошення незалежності України.</a:t>
            </a:r>
            <a:br>
              <a:rPr lang="uk-UA" sz="1400" b="0" i="0" dirty="0">
                <a:effectLst/>
                <a:latin typeface="PT Sans" panose="020B0503020203020204" pitchFamily="34" charset="-52"/>
              </a:rPr>
            </a:br>
            <a:r>
              <a:rPr lang="uk-UA" sz="1400" b="0" i="0" dirty="0">
                <a:effectLst/>
                <a:latin typeface="PT Sans" panose="020B0503020203020204" pitchFamily="34" charset="-52"/>
              </a:rPr>
              <a:t> </a:t>
            </a:r>
          </a:p>
          <a:p>
            <a:r>
              <a:rPr lang="uk-UA" sz="1400" b="0" i="0" dirty="0">
                <a:effectLst/>
                <a:latin typeface="PT Sans" panose="020B0503020203020204" pitchFamily="34" charset="-52"/>
              </a:rPr>
              <a:t>За прикладом солдатів Київського військово-розподільчого пункту, які створили полк імені Богдана Хмельницького, Український генеральний військовий комітет (УГВК) вирішив організувати ще одну військову одиницю в Чернігові, де в середині травня 1917-го зібралася значна кількість новобранців.</a:t>
            </a:r>
          </a:p>
          <a:p>
            <a:br>
              <a:rPr lang="uk-UA" sz="1400" b="0" i="0" dirty="0">
                <a:effectLst/>
                <a:latin typeface="PT Sans" panose="020B0503020203020204" pitchFamily="34" charset="-52"/>
              </a:rPr>
            </a:br>
            <a:r>
              <a:rPr lang="uk-UA" sz="1400" b="0" i="0" dirty="0">
                <a:effectLst/>
                <a:latin typeface="PT Sans" panose="020B0503020203020204" pitchFamily="34" charset="-52"/>
              </a:rPr>
              <a:t>Незабаром вони ешелонами прибули до села Грушки у передмісті Києва. Російське військове командування наполягало, щоб прибулих негайно відправили на фронт. Новобранці, яких було близько п’яти тисяч, вимагали визнати їх 2-м Українським полком імені Павла Полуботка. Росіяни не погоджувалися, солдати вперто стояли на своєму, Центральна Рада і УГВК без особливого успіху шукали компроміси, відтак ситуація ставала критичною.</a:t>
            </a:r>
          </a:p>
          <a:p>
            <a:r>
              <a:rPr lang="uk-UA" sz="1400" b="0" i="0" dirty="0">
                <a:effectLst/>
                <a:latin typeface="PT Sans" panose="020B0503020203020204" pitchFamily="34" charset="-52"/>
              </a:rPr>
              <a:t>Виступ збурених </a:t>
            </a:r>
            <a:r>
              <a:rPr lang="uk-UA" sz="1400" b="0" i="0" dirty="0" err="1">
                <a:effectLst/>
                <a:latin typeface="PT Sans" panose="020B0503020203020204" pitchFamily="34" charset="-52"/>
              </a:rPr>
              <a:t>полуботківців</a:t>
            </a:r>
            <a:r>
              <a:rPr lang="uk-UA" sz="1400" b="0" i="0" dirty="0">
                <a:effectLst/>
                <a:latin typeface="PT Sans" panose="020B0503020203020204" pitchFamily="34" charset="-52"/>
              </a:rPr>
              <a:t> стався в ніч на 18 липня і проходив під гаслами негайного проголошення незалежності України (тому головним натхненником виступу вважають відомого самостійника Миколу Міхновського). У маніфесті повсталих наголошувалося, що «український народ не має тих прав, яких домагається кожна окрема нація і які мають належати кожному окремому народу. Висунутий Російською революцією лозунг самовизначення народів залишається лише на папері. Ми, українці-козаки, що зібрались в Києві, … всіх росіян і ренегатів, які гальмують роботу українців, скидаємо з їх постів силою, не рахуючись з Російським урядом».</a:t>
            </a:r>
          </a:p>
          <a:p>
            <a:r>
              <a:rPr lang="uk-UA" sz="1400" b="0" i="0" dirty="0">
                <a:effectLst/>
                <a:latin typeface="PT Sans" panose="020B0503020203020204" pitchFamily="34" charset="-52"/>
              </a:rPr>
              <a:t>Вийшовши зі своїх казарм, вони захопили деякі державні установи: міський штаб міліції, військову комендатуру, арсенал, окремі інтендантські склади, 3-й авіапарк, розгромили квартиру командувача Київського військового округу.</a:t>
            </a:r>
          </a:p>
          <a:p>
            <a:r>
              <a:rPr lang="uk-UA" sz="1400" b="0" i="0" dirty="0">
                <a:effectLst/>
                <a:latin typeface="PT Sans" panose="020B0503020203020204" pitchFamily="34" charset="-52"/>
              </a:rPr>
              <a:t>Центральна Рада, Генеральний секретаріат, УГВК рішуче відмежувалися від виступу і задіяли полк імені Богдана Хмельницького для ліквідації повстання. Під тиском останніх, </a:t>
            </a:r>
            <a:r>
              <a:rPr lang="uk-UA" sz="1400" b="0" i="0" dirty="0" err="1">
                <a:effectLst/>
                <a:latin typeface="PT Sans" panose="020B0503020203020204" pitchFamily="34" charset="-52"/>
              </a:rPr>
              <a:t>полуботківці</a:t>
            </a:r>
            <a:r>
              <a:rPr lang="uk-UA" sz="1400" b="0" i="0" dirty="0">
                <a:effectLst/>
                <a:latin typeface="PT Sans" panose="020B0503020203020204" pitchFamily="34" charset="-52"/>
              </a:rPr>
              <a:t> 18 липня повернулися у казарми, а 20 липня погодилися скласти зброю.</a:t>
            </a:r>
          </a:p>
          <a:p>
            <a:r>
              <a:rPr lang="uk-UA" sz="1400" b="0" i="0" dirty="0">
                <a:effectLst/>
                <a:latin typeface="PT Sans" panose="020B0503020203020204" pitchFamily="34" charset="-52"/>
              </a:rPr>
              <a:t>21 липня Центральна Рада визнала 2-й Український козацький полк імені Павла Полуботка окремою військовою частиною і за кілька днів основна маса солдатів-</a:t>
            </a:r>
            <a:r>
              <a:rPr lang="uk-UA" sz="1400" b="0" i="0" dirty="0" err="1">
                <a:effectLst/>
                <a:latin typeface="PT Sans" panose="020B0503020203020204" pitchFamily="34" charset="-52"/>
              </a:rPr>
              <a:t>полуботківців</a:t>
            </a:r>
            <a:r>
              <a:rPr lang="uk-UA" sz="1400" b="0" i="0" dirty="0">
                <a:effectLst/>
                <a:latin typeface="PT Sans" panose="020B0503020203020204" pitchFamily="34" charset="-52"/>
              </a:rPr>
              <a:t> (близько 2500 тисяч) була відправлена в діючу армію на Румунський фронт. Там вони відразу потрапили у жорстокі бої і зазнали жахливих втрат. На початку лютого 1918-го від полку лишилося усього 5 осіб.</a:t>
            </a:r>
          </a:p>
          <a:p>
            <a:pPr marL="0" indent="0">
              <a:buNone/>
            </a:pPr>
            <a:endParaRPr lang="uk-UA" sz="1000" dirty="0"/>
          </a:p>
        </p:txBody>
      </p:sp>
    </p:spTree>
    <p:extLst>
      <p:ext uri="{BB962C8B-B14F-4D97-AF65-F5344CB8AC3E}">
        <p14:creationId xmlns:p14="http://schemas.microsoft.com/office/powerpoint/2010/main" val="24445665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22CF24-1364-8A9D-F228-E1BDAE86D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uk-UA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Жовтневий переворот в Росії та прихід до влади більшовиків: ризики та загрози для України </a:t>
            </a:r>
            <a:br>
              <a:rPr lang="uk-UA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uk-UA" sz="2500" dirty="0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1E89AA6D-2FDE-9CBC-A4CF-6D488AC990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59" b="36430"/>
          <a:stretch/>
        </p:blipFill>
        <p:spPr bwMode="auto"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26703DF-E97C-E5AB-54F3-355F47529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3982" y="3752850"/>
            <a:ext cx="7485413" cy="2452687"/>
          </a:xfrm>
        </p:spPr>
        <p:txBody>
          <a:bodyPr anchor="ctr">
            <a:normAutofit/>
          </a:bodyPr>
          <a:lstStyle/>
          <a:p>
            <a:r>
              <a:rPr lang="ru-RU" sz="1700" i="0" dirty="0">
                <a:effectLst/>
                <a:latin typeface="Times New Roman" panose="02020603050405020304" pitchFamily="18" charset="0"/>
              </a:rPr>
              <a:t>1917, 7 листопада – у </a:t>
            </a:r>
            <a:r>
              <a:rPr lang="ru-RU" sz="1700" i="0" dirty="0" err="1">
                <a:effectLst/>
                <a:latin typeface="Times New Roman" panose="02020603050405020304" pitchFamily="18" charset="0"/>
              </a:rPr>
              <a:t>Петрограді</a:t>
            </a:r>
            <a:r>
              <a:rPr lang="ru-RU" sz="1700" i="0" dirty="0">
                <a:effectLst/>
                <a:latin typeface="Times New Roman" panose="02020603050405020304" pitchFamily="18" charset="0"/>
              </a:rPr>
              <a:t> </a:t>
            </a:r>
            <a:r>
              <a:rPr lang="ru-RU" sz="1700" i="0" dirty="0" err="1">
                <a:effectLst/>
                <a:latin typeface="Times New Roman" panose="02020603050405020304" pitchFamily="18" charset="0"/>
              </a:rPr>
              <a:t>більшовики</a:t>
            </a:r>
            <a:r>
              <a:rPr lang="ru-RU" sz="1700" i="0" dirty="0">
                <a:effectLst/>
                <a:latin typeface="Times New Roman" panose="02020603050405020304" pitchFamily="18" charset="0"/>
              </a:rPr>
              <a:t> на </a:t>
            </a:r>
            <a:r>
              <a:rPr lang="ru-RU" sz="1700" i="0" dirty="0" err="1">
                <a:effectLst/>
                <a:latin typeface="Times New Roman" panose="02020603050405020304" pitchFamily="18" charset="0"/>
              </a:rPr>
              <a:t>чолі</a:t>
            </a:r>
            <a:r>
              <a:rPr lang="ru-RU" sz="1700" i="0" dirty="0">
                <a:effectLst/>
                <a:latin typeface="Times New Roman" panose="02020603050405020304" pitchFamily="18" charset="0"/>
              </a:rPr>
              <a:t> з </a:t>
            </a:r>
            <a:r>
              <a:rPr lang="ru-RU" sz="1700" i="0" dirty="0" err="1">
                <a:effectLst/>
                <a:latin typeface="Times New Roman" panose="02020603050405020304" pitchFamily="18" charset="0"/>
              </a:rPr>
              <a:t>Владіміром</a:t>
            </a:r>
            <a:r>
              <a:rPr lang="ru-RU" sz="1700" i="0" dirty="0">
                <a:effectLst/>
                <a:latin typeface="Times New Roman" panose="02020603050405020304" pitchFamily="18" charset="0"/>
              </a:rPr>
              <a:t> </a:t>
            </a:r>
            <a:r>
              <a:rPr lang="ru-RU" sz="1700" i="0" dirty="0" err="1">
                <a:effectLst/>
                <a:latin typeface="Times New Roman" panose="02020603050405020304" pitchFamily="18" charset="0"/>
              </a:rPr>
              <a:t>Лєніним</a:t>
            </a:r>
            <a:r>
              <a:rPr lang="ru-RU" sz="1700" i="0" dirty="0">
                <a:effectLst/>
                <a:latin typeface="Times New Roman" panose="02020603050405020304" pitchFamily="18" charset="0"/>
              </a:rPr>
              <a:t> (</a:t>
            </a:r>
            <a:r>
              <a:rPr lang="ru-RU" sz="1700" i="0" dirty="0" err="1">
                <a:effectLst/>
                <a:latin typeface="Times New Roman" panose="02020603050405020304" pitchFamily="18" charset="0"/>
              </a:rPr>
              <a:t>Ульяновим</a:t>
            </a:r>
            <a:r>
              <a:rPr lang="ru-RU" sz="1700" i="0" dirty="0">
                <a:effectLst/>
                <a:latin typeface="Times New Roman" panose="02020603050405020304" pitchFamily="18" charset="0"/>
              </a:rPr>
              <a:t>) </a:t>
            </a:r>
            <a:r>
              <a:rPr lang="ru-RU" sz="1700" i="0" dirty="0" err="1">
                <a:effectLst/>
                <a:latin typeface="Times New Roman" panose="02020603050405020304" pitchFamily="18" charset="0"/>
              </a:rPr>
              <a:t>здійснили</a:t>
            </a:r>
            <a:r>
              <a:rPr lang="ru-RU" sz="1700" i="0" dirty="0">
                <a:effectLst/>
                <a:latin typeface="Times New Roman" panose="02020603050405020304" pitchFamily="18" charset="0"/>
              </a:rPr>
              <a:t> </a:t>
            </a:r>
            <a:r>
              <a:rPr lang="ru-RU" sz="1700" i="0" dirty="0" err="1">
                <a:effectLst/>
                <a:latin typeface="Times New Roman" panose="02020603050405020304" pitchFamily="18" charset="0"/>
              </a:rPr>
              <a:t>збройний</a:t>
            </a:r>
            <a:r>
              <a:rPr lang="ru-RU" sz="1700" i="0" dirty="0">
                <a:effectLst/>
                <a:latin typeface="Times New Roman" panose="02020603050405020304" pitchFamily="18" charset="0"/>
              </a:rPr>
              <a:t> переворот і </a:t>
            </a:r>
            <a:r>
              <a:rPr lang="ru-RU" sz="1700" i="0" dirty="0" err="1">
                <a:effectLst/>
                <a:latin typeface="Times New Roman" panose="02020603050405020304" pitchFamily="18" charset="0"/>
              </a:rPr>
              <a:t>захопили</a:t>
            </a:r>
            <a:r>
              <a:rPr lang="ru-RU" sz="1700" i="0" dirty="0">
                <a:effectLst/>
                <a:latin typeface="Times New Roman" panose="02020603050405020304" pitchFamily="18" charset="0"/>
              </a:rPr>
              <a:t> </a:t>
            </a:r>
            <a:r>
              <a:rPr lang="ru-RU" sz="1700" i="0" dirty="0" err="1">
                <a:effectLst/>
                <a:latin typeface="Times New Roman" panose="02020603050405020304" pitchFamily="18" charset="0"/>
              </a:rPr>
              <a:t>владу.Із</a:t>
            </a:r>
            <a:r>
              <a:rPr lang="ru-RU" sz="1700" i="0" dirty="0">
                <a:effectLst/>
                <a:latin typeface="Times New Roman" panose="02020603050405020304" pitchFamily="18" charset="0"/>
              </a:rPr>
              <a:t> </a:t>
            </a:r>
            <a:r>
              <a:rPr lang="ru-RU" sz="1700" i="0" dirty="0" err="1">
                <a:effectLst/>
                <a:latin typeface="Times New Roman" panose="02020603050405020304" pitchFamily="18" charset="0"/>
              </a:rPr>
              <a:t>цієї</a:t>
            </a:r>
            <a:r>
              <a:rPr lang="ru-RU" sz="1700" i="0" dirty="0">
                <a:effectLst/>
                <a:latin typeface="Times New Roman" panose="02020603050405020304" pitchFamily="18" charset="0"/>
              </a:rPr>
              <a:t> </a:t>
            </a:r>
            <a:r>
              <a:rPr lang="ru-RU" sz="1700" i="0" dirty="0" err="1">
                <a:effectLst/>
                <a:latin typeface="Times New Roman" panose="02020603050405020304" pitchFamily="18" charset="0"/>
              </a:rPr>
              <a:t>події</a:t>
            </a:r>
            <a:r>
              <a:rPr lang="ru-RU" sz="1700" i="0" dirty="0">
                <a:effectLst/>
                <a:latin typeface="Times New Roman" panose="02020603050405020304" pitchFamily="18" charset="0"/>
              </a:rPr>
              <a:t> </a:t>
            </a:r>
            <a:r>
              <a:rPr lang="ru-RU" sz="1700" i="0" dirty="0" err="1">
                <a:effectLst/>
                <a:latin typeface="Times New Roman" panose="02020603050405020304" pitchFamily="18" charset="0"/>
              </a:rPr>
              <a:t>розпочалося</a:t>
            </a:r>
            <a:r>
              <a:rPr lang="ru-RU" sz="1700" i="0" dirty="0">
                <a:effectLst/>
                <a:latin typeface="Times New Roman" panose="02020603050405020304" pitchFamily="18" charset="0"/>
              </a:rPr>
              <a:t> </a:t>
            </a:r>
            <a:r>
              <a:rPr lang="ru-RU" sz="1700" i="0" dirty="0" err="1">
                <a:effectLst/>
                <a:latin typeface="Times New Roman" panose="02020603050405020304" pitchFamily="18" charset="0"/>
              </a:rPr>
              <a:t>становлення</a:t>
            </a:r>
            <a:r>
              <a:rPr lang="ru-RU" sz="1700" i="0" dirty="0">
                <a:effectLst/>
                <a:latin typeface="Times New Roman" panose="02020603050405020304" pitchFamily="18" charset="0"/>
              </a:rPr>
              <a:t> </a:t>
            </a:r>
            <a:r>
              <a:rPr lang="ru-RU" sz="1700" i="0" dirty="0" err="1">
                <a:effectLst/>
                <a:latin typeface="Times New Roman" panose="02020603050405020304" pitchFamily="18" charset="0"/>
              </a:rPr>
              <a:t>комуністичного</a:t>
            </a:r>
            <a:r>
              <a:rPr lang="ru-RU" sz="1700" i="0" dirty="0">
                <a:effectLst/>
                <a:latin typeface="Times New Roman" panose="02020603050405020304" pitchFamily="18" charset="0"/>
              </a:rPr>
              <a:t> </a:t>
            </a:r>
            <a:r>
              <a:rPr lang="ru-RU" sz="1700" i="0" dirty="0" err="1">
                <a:effectLst/>
                <a:latin typeface="Times New Roman" panose="02020603050405020304" pitchFamily="18" charset="0"/>
              </a:rPr>
              <a:t>тоталітарного</a:t>
            </a:r>
            <a:r>
              <a:rPr lang="ru-RU" sz="1700" i="0" dirty="0">
                <a:effectLst/>
                <a:latin typeface="Times New Roman" panose="02020603050405020304" pitchFamily="18" charset="0"/>
              </a:rPr>
              <a:t> режиму.</a:t>
            </a:r>
          </a:p>
          <a:p>
            <a:r>
              <a:rPr lang="ru-RU" sz="1700" b="0" i="0" dirty="0" err="1">
                <a:effectLst/>
                <a:latin typeface="Times New Roman" panose="02020603050405020304" pitchFamily="18" charset="0"/>
              </a:rPr>
              <a:t>Захопивши</a:t>
            </a:r>
            <a:r>
              <a:rPr lang="ru-RU" sz="1700" b="0" i="0" dirty="0">
                <a:effectLst/>
                <a:latin typeface="Times New Roman" panose="02020603050405020304" pitchFamily="18" charset="0"/>
              </a:rPr>
              <a:t> </a:t>
            </a:r>
            <a:r>
              <a:rPr lang="ru-RU" sz="1700" b="0" i="0" dirty="0" err="1">
                <a:effectLst/>
                <a:latin typeface="Times New Roman" panose="02020603050405020304" pitchFamily="18" charset="0"/>
              </a:rPr>
              <a:t>владу</a:t>
            </a:r>
            <a:r>
              <a:rPr lang="ru-RU" sz="1700" b="0" i="0" dirty="0">
                <a:effectLst/>
                <a:latin typeface="Times New Roman" panose="02020603050405020304" pitchFamily="18" charset="0"/>
              </a:rPr>
              <a:t> в </a:t>
            </a:r>
            <a:r>
              <a:rPr lang="ru-RU" sz="1700" b="0" i="0" dirty="0" err="1">
                <a:effectLst/>
                <a:latin typeface="Times New Roman" panose="02020603050405020304" pitchFamily="18" charset="0"/>
              </a:rPr>
              <a:t>Петрограді</a:t>
            </a:r>
            <a:r>
              <a:rPr lang="ru-RU" sz="1700" b="0" i="0" dirty="0">
                <a:effectLst/>
                <a:latin typeface="Times New Roman" panose="02020603050405020304" pitchFamily="18" charset="0"/>
              </a:rPr>
              <a:t>, </a:t>
            </a:r>
            <a:r>
              <a:rPr lang="ru-RU" sz="1700" b="0" i="0" dirty="0" err="1">
                <a:effectLst/>
                <a:latin typeface="Times New Roman" panose="02020603050405020304" pitchFamily="18" charset="0"/>
              </a:rPr>
              <a:t>Лєнін</a:t>
            </a:r>
            <a:r>
              <a:rPr lang="ru-RU" sz="1700" b="0" i="0" dirty="0">
                <a:effectLst/>
                <a:latin typeface="Times New Roman" panose="02020603050405020304" pitchFamily="18" charset="0"/>
              </a:rPr>
              <a:t> та </a:t>
            </a:r>
            <a:r>
              <a:rPr lang="ru-RU" sz="1700" b="0" i="0" dirty="0" err="1">
                <a:effectLst/>
                <a:latin typeface="Times New Roman" panose="02020603050405020304" pitchFamily="18" charset="0"/>
              </a:rPr>
              <a:t>його</a:t>
            </a:r>
            <a:r>
              <a:rPr lang="ru-RU" sz="1700" b="0" i="0" dirty="0">
                <a:effectLst/>
                <a:latin typeface="Times New Roman" panose="02020603050405020304" pitchFamily="18" charset="0"/>
              </a:rPr>
              <a:t> соратники </a:t>
            </a:r>
            <a:r>
              <a:rPr lang="ru-RU" sz="1700" b="0" i="0" dirty="0" err="1">
                <a:effectLst/>
                <a:latin typeface="Times New Roman" panose="02020603050405020304" pitchFamily="18" charset="0"/>
              </a:rPr>
              <a:t>розпочали</a:t>
            </a:r>
            <a:r>
              <a:rPr lang="ru-RU" sz="1700" b="0" i="0" dirty="0">
                <a:effectLst/>
                <a:latin typeface="Times New Roman" panose="02020603050405020304" pitchFamily="18" charset="0"/>
              </a:rPr>
              <a:t> </a:t>
            </a:r>
            <a:r>
              <a:rPr lang="ru-RU" sz="1700" b="0" i="0" dirty="0" err="1">
                <a:effectLst/>
                <a:latin typeface="Times New Roman" panose="02020603050405020304" pitchFamily="18" charset="0"/>
              </a:rPr>
              <a:t>боротьбу</a:t>
            </a:r>
            <a:r>
              <a:rPr lang="ru-RU" sz="1700" b="0" i="0" dirty="0">
                <a:effectLst/>
                <a:latin typeface="Times New Roman" panose="02020603050405020304" pitchFamily="18" charset="0"/>
              </a:rPr>
              <a:t> за контроль над </a:t>
            </a:r>
            <a:r>
              <a:rPr lang="ru-RU" sz="1700" b="0" i="0" dirty="0" err="1">
                <a:effectLst/>
                <a:latin typeface="Times New Roman" panose="02020603050405020304" pitchFamily="18" charset="0"/>
              </a:rPr>
              <a:t>Україною</a:t>
            </a:r>
            <a:r>
              <a:rPr lang="ru-RU" sz="1700" b="0" i="0" dirty="0">
                <a:effectLst/>
                <a:latin typeface="Times New Roman" panose="02020603050405020304" pitchFamily="18" charset="0"/>
              </a:rPr>
              <a:t>.</a:t>
            </a:r>
            <a:endParaRPr lang="ru-RU" sz="1700" b="0" dirty="0">
              <a:latin typeface="Times New Roman" panose="02020603050405020304" pitchFamily="18" charset="0"/>
            </a:endParaRPr>
          </a:p>
          <a:p>
            <a:r>
              <a:rPr lang="uk-UA" sz="1700" b="0" i="0" dirty="0">
                <a:effectLst/>
                <a:latin typeface="Times New Roman" panose="02020603050405020304" pitchFamily="18" charset="0"/>
              </a:rPr>
              <a:t>Ширмою військової агресії більшовицької Росії проти України виступив маріонетковий уряд – Народний секретаріат. Його утворили на Всеукраїнському з'їзді рад, який відбувався у Харкові 24-25 грудня 1917 року. </a:t>
            </a:r>
            <a:endParaRPr lang="uk-UA" sz="1700" dirty="0"/>
          </a:p>
        </p:txBody>
      </p:sp>
    </p:spTree>
    <p:extLst>
      <p:ext uri="{BB962C8B-B14F-4D97-AF65-F5344CB8AC3E}">
        <p14:creationId xmlns:p14="http://schemas.microsoft.com/office/powerpoint/2010/main" val="27580049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231234-3B57-8E25-D12E-85C343FC1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sz="4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Протистояння між УЦР, більшовиками та КВО, вигнання КВО з Києва (28–31 жовтня 1917 р.)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87EEE6A-553D-6C59-600F-2FB4FE15A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algn="just"/>
            <a:r>
              <a:rPr lang="uk-UA" b="1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ЖОВТНЕ́ВИЙ ПЕРЕВОРО́Т 1917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 25 жовтня (7 листопада) у м. Петроград (нині С.-Петербург) більшовики заарештували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Тимчас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уряд і перебрали на себе центр. владу в Росії. У зверненні «К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гражданам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России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!» військ.-рев. комітет (штаб повстання) декларував демократ. мир, скасування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поміщиц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землеволодіння, встановлення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робітн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контролю над виробництвом, утворення рад. уряду. 2-й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Всерос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з’їзд рад, який відбувся 25–27 жовтня (7–9 листопада), ухвалив рішення про перехід влади до рад, прийняв декрети про мир і землю (див. </a:t>
            </a:r>
            <a:r>
              <a:rPr lang="uk-UA" b="0" i="0" u="none" strike="noStrike" dirty="0">
                <a:solidFill>
                  <a:srgbClr val="3F4348"/>
                </a:solidFill>
                <a:effectLst/>
                <a:latin typeface="Fira Sans" panose="020B0503050000020004" pitchFamily="34" charset="0"/>
                <a:hlinkClick r:id="rId2"/>
              </a:rPr>
              <a:t>Декрети радянської влади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), сформував новий уряд – РНК на чолі з В. Леніним, обрав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Всерос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ЦВК (Україну на з’їзді репрезентувало 140 делегатів). 2(15) листопада РНК Рад. Росії прийняла </a:t>
            </a:r>
            <a:r>
              <a:rPr lang="uk-UA" b="0" i="0" u="none" strike="noStrike" dirty="0">
                <a:solidFill>
                  <a:srgbClr val="3F4348"/>
                </a:solidFill>
                <a:effectLst/>
                <a:latin typeface="Fira Sans" panose="020B0503050000020004" pitchFamily="34" charset="0"/>
                <a:hlinkClick r:id="rId3"/>
              </a:rPr>
              <a:t>Декларацію прав народів Росії 1917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, у якій викладено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осн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положення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нац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політики рад. влади: рівність та суверенність народів, право на вільне самовизначення аж до відокремлення й утворення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незалеж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держав.</a:t>
            </a:r>
          </a:p>
          <a:p>
            <a:pPr algn="just"/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Звістка про ці події швидко досягнула України, однак лише в окремих містах Донбасу та Криворіжжя влада перейшла до рад. У Києві надвечір 25 жовтня (7 листопада) представники різних партій створили Крайовий комітет оборони революції,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підпорядк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УЦР. 27 жовтня (9 листопада) представники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київ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рад фабрично-завод. комітетів та профспілок обрали військ.-рев. комітет у складі І.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Крейсберга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, </a:t>
            </a:r>
            <a:r>
              <a:rPr lang="uk-UA" b="0" i="1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Л.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 і </a:t>
            </a:r>
            <a:r>
              <a:rPr lang="uk-UA" b="0" i="1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Г. П’ятакових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, </a:t>
            </a:r>
            <a:r>
              <a:rPr lang="uk-UA" b="0" i="0" u="none" strike="noStrike" dirty="0">
                <a:solidFill>
                  <a:srgbClr val="3F4348"/>
                </a:solidFill>
                <a:effectLst/>
                <a:latin typeface="Fira Sans" panose="020B0503050000020004" pitchFamily="34" charset="0"/>
                <a:hlinkClick r:id="rId4"/>
              </a:rPr>
              <a:t>Я. Гамарника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 та ін., який не схвалив позицію УЦР. Того ж дня УЦР прийняла резолюцію про владу, в якій негативно поставилася до перевороту в Петрограді й проголосила перехід влад. повноважень до всієї рев. демократії, а не лише до рад, що відштовхнуло від неї більшовиків. Водночас штаб Київ. військ. округу (КВО), який очолював війська, вірні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Тимчас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урядові, не визнав Крайовий комітет оборони революції та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більшов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ревком, а 28 жовтня (10 листопада) заарештував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чл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комітету. Того ж дня його функції перебрав на себе Ген. Секретаріат УЦР.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Більшов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повстання в Києві, розпочате новим ревкомом (</a:t>
            </a:r>
            <a:r>
              <a:rPr lang="uk-UA" b="0" i="0" u="none" strike="noStrike" dirty="0">
                <a:solidFill>
                  <a:srgbClr val="3F4348"/>
                </a:solidFill>
                <a:effectLst/>
                <a:latin typeface="Fira Sans" panose="020B0503050000020004" pitchFamily="34" charset="0"/>
                <a:hlinkClick r:id="rId5"/>
              </a:rPr>
              <a:t>А. Іванов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, </a:t>
            </a:r>
            <a:r>
              <a:rPr lang="uk-UA" b="0" i="0" u="none" strike="noStrike" dirty="0">
                <a:solidFill>
                  <a:srgbClr val="3F4348"/>
                </a:solidFill>
                <a:effectLst/>
                <a:latin typeface="Fira Sans" panose="020B0503050000020004" pitchFamily="34" charset="0"/>
                <a:hlinkClick r:id="rId6"/>
              </a:rPr>
              <a:t>В. Затонський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 та ін.) проти військ КВО, закінчилося тим, що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представниц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узгоджувал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комісія постановила вивести війська, викликані командуванням КВО, і демократизувати його штаб. Юнкери й донські козаки під командуванням генерала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Квецинського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 залишили Київ. Командування військами КВО прийняв підполковник Павленко. Відновлений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більшов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ревком вже не претендував на владу. 30 жовтня (12 листопада) УЦР заслухала доповідь </a:t>
            </a:r>
            <a:r>
              <a:rPr lang="uk-UA" b="0" i="0" u="none" strike="noStrike" dirty="0">
                <a:solidFill>
                  <a:srgbClr val="3F4348"/>
                </a:solidFill>
                <a:effectLst/>
                <a:latin typeface="Fira Sans" panose="020B0503050000020004" pitchFamily="34" charset="0"/>
                <a:hlinkClick r:id="rId7"/>
              </a:rPr>
              <a:t>М. Грушевського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 про проект Конституції України. Нею передбачене встановлення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федератив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зв’язків України з Рад. Росією, компетенція Ген. Секретаріату поширена на Катеринослав., Харків., Херсон.,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Таврій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(без Криму),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Холм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., частково Курську та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Воронез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губернії. На об’єднаному засіданні рад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робітн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і солдат. депутатів Києва УЦР визнано крайовою владою. Вона у цей час була найвпливовішою політ. силою в Україні та об’єднувала рев.-демократ. сили, які репрезентували інтереси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укр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., рос.,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євр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та ін. населення. 7(20) листопада проголошено </a:t>
            </a:r>
            <a:r>
              <a:rPr lang="en-GB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III 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Універсал УЦР, що декларував утворення УНР, запроваджував демократ. свободи, окреслював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держ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кордони та принципи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укр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.-рос. зв’язків на засадах федерації. Цей визнач.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істор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акт знаменував відродження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нац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державності.</a:t>
            </a:r>
          </a:p>
          <a:p>
            <a:pPr algn="just"/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Жовтн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події в Петрограді призвели до політ. дезінтеграції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колиш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Рос. імперії: Білорус. рада виступила проти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більшов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перевороту, підтримавши Комітет порятунку батьківщини й революції, на Кавказі виник уряд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Гірс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респ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і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Тимчас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Гірс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.-Дагестан. уряд,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заг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.-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сибір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з’їзд у м. Томськ проголосив автономію Сибіру,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заг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.-казах. з’їзд –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Алаш-Ордин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автономію, татар.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Нац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збори – утворення Урало-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Волз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штатів. Крайові уряди виникли також на Кубані, Дону, в Криму. Тоді ж відбулися вибори до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Всерос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Установ. зборів, підготовлені ще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Тимчас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урядом. Результати голосування в Україні засвідчили незаперечну перевагу політ. сил УЦР: 77 % голосів здобула УСДРП, 10 % – більшовики (у 2,5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раза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 менше, ніж загалом по Росії). У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зросійщених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 містах РСДРП(б) дістала більшу підтримку: у Катеринославі (нині Дніпропетровськ) – 26,4 %, Одесі – 28,6 %, Харкові – 27,8 %, а в гарнізонах цих міст відповідно 53,4, 19,6, 44,9 %. Після проголошення </a:t>
            </a:r>
            <a:r>
              <a:rPr lang="en-GB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III 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Універсалу УЦР активізувала підготовку до виборів в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Укр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Установчі збори (затвердила Гол. у справах виборів до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Укр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Установ. зборів комісію, закон про вибори). Водночас діячі УЦР спрямовували свої зусилля на створення нової федерації народів у складі демократ. Росії, яку мали складати Молдова, Крим, Кубань,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Всевелике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 Військо Донське, Башкортостан, Сибір і Кавказ. УЦР фактично ігнорувала декрети РНК Рад. Росії. Всупереч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ленін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гаслу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самочин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припинення війни солдатами й офіцерами, 9(22) листопада Ген. Секретаріат прийняв рішення про необхідність припинення війни і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поч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переговорів, а до того часу військам наказано тримати фронт. 23 листопада (6 грудня) ухвалено об’єднання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Пд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.-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Зх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і Румун. фронтів у один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Укр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фронт та укладено перемир’я. Ген.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секр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з військ. справ </a:t>
            </a:r>
            <a:r>
              <a:rPr lang="uk-UA" b="0" i="1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С. Петлюра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 наказав усім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укр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частинам прибути в Україну для підпорядкування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Укр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фронту, РНК Рад. Росії усіляко перешкоджала цьому. Такі дії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більшов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уряду викликали відповідну реакцію УЦР – 30 листопада (13 грудня) з Києва виведено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розпропагов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більшовиками військ. частини. У відповідь РНК надіслала УЦР ультиматум, в якому вона не визнавалася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легітим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., а її дії кваліфікувалися як контрреволюційні. 5(18) грудня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укр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уряд надіслав відповідь РНК, де відкинув звинувачення і вказав на непослідовність рос. лідерів. 4(17) грудня у Києві розпочав роботу з’їзд представників селянства, робітників, військових. Більшовики, опинившись у меншості, переїхали до Харкова, де на своєму з’їзді 11–12(24–25) грудня проголосили встановлення рад. влади в Україні, що спричинило першу війну між УНР і РСФРР.</a:t>
            </a:r>
          </a:p>
          <a:p>
            <a:pPr algn="just"/>
            <a:r>
              <a:rPr lang="uk-UA" b="1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ЖОВТНЕ́ВИЙ ПЕРЕВОРО́Т 1917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 25 жовтня (7 листопада) у м. Петроград (нині С.-Петербург) більшовики заарештували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Тимчас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уряд і перебрали на себе центр. владу в Росії. У зверненні «К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гражданам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России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!» військ.-рев. комітет (штаб повстання) декларував демократ. мир, скасування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поміщиц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землеволодіння, встановлення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робітн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контролю над виробництвом, утворення рад. уряду. 2-й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Всерос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з’їзд рад, який відбувся 25–27 жовтня (7–9 листопада), ухвалив рішення про перехід влади до рад, прийняв декрети про мир і землю (див. </a:t>
            </a:r>
            <a:r>
              <a:rPr lang="uk-UA" b="0" i="0" u="none" strike="noStrike" dirty="0">
                <a:solidFill>
                  <a:srgbClr val="3F4348"/>
                </a:solidFill>
                <a:effectLst/>
                <a:latin typeface="Fira Sans" panose="020B0503050000020004" pitchFamily="34" charset="0"/>
                <a:hlinkClick r:id="rId2"/>
              </a:rPr>
              <a:t>Декрети радянської влади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), сформував новий уряд – РНК на чолі з В. Леніним, обрав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Всерос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ЦВК (Україну на з’їзді репрезентувало 140 делегатів). 2(15) листопада РНК Рад. Росії прийняла </a:t>
            </a:r>
            <a:r>
              <a:rPr lang="uk-UA" b="0" i="0" u="none" strike="noStrike" dirty="0">
                <a:solidFill>
                  <a:srgbClr val="3F4348"/>
                </a:solidFill>
                <a:effectLst/>
                <a:latin typeface="Fira Sans" panose="020B0503050000020004" pitchFamily="34" charset="0"/>
                <a:hlinkClick r:id="rId3"/>
              </a:rPr>
              <a:t>Декларацію прав народів Росії 1917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, у якій викладено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осн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положення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нац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політики рад. влади: рівність та суверенність народів, право на вільне самовизначення аж до відокремлення й утворення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незалеж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держав.</a:t>
            </a:r>
          </a:p>
          <a:p>
            <a:pPr algn="just"/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Звістка про ці події швидко досягнула України, однак лише в окремих містах Донбасу та Криворіжжя влада перейшла до рад. У Києві надвечір 25 жовтня (7 листопада) представники різних партій створили Крайовий комітет оборони революції,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підпорядк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УЦР. 27 жовтня (9 листопада) представники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київ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рад фабрично-завод. комітетів та профспілок обрали військ.-рев. комітет у складі І.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Крейсберга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, </a:t>
            </a:r>
            <a:r>
              <a:rPr lang="uk-UA" b="0" i="1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Л.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 і </a:t>
            </a:r>
            <a:r>
              <a:rPr lang="uk-UA" b="0" i="1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Г. П’ятакових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, </a:t>
            </a:r>
            <a:r>
              <a:rPr lang="uk-UA" b="0" i="0" u="none" strike="noStrike" dirty="0">
                <a:solidFill>
                  <a:srgbClr val="3F4348"/>
                </a:solidFill>
                <a:effectLst/>
                <a:latin typeface="Fira Sans" panose="020B0503050000020004" pitchFamily="34" charset="0"/>
                <a:hlinkClick r:id="rId4"/>
              </a:rPr>
              <a:t>Я. Гамарника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 та ін., який не схвалив позицію УЦР. Того ж дня УЦР прийняла резолюцію про владу, в якій негативно поставилася до перевороту в Петрограді й проголосила перехід влад. повноважень до всієї рев. демократії, а не лише до рад, що відштовхнуло від неї більшовиків. Водночас штаб Київ. військ. округу (КВО), який очолював війська, вірні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Тимчас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урядові, не визнав Крайовий комітет оборони революції та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більшов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ревком, а 28 жовтня (10 листопада) заарештував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чл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комітету. Того ж дня його функції перебрав на себе Ген. Секретаріат УЦР.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Більшов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повстання в Києві, розпочате новим ревкомом (</a:t>
            </a:r>
            <a:r>
              <a:rPr lang="uk-UA" b="0" i="0" u="none" strike="noStrike" dirty="0">
                <a:solidFill>
                  <a:srgbClr val="3F4348"/>
                </a:solidFill>
                <a:effectLst/>
                <a:latin typeface="Fira Sans" panose="020B0503050000020004" pitchFamily="34" charset="0"/>
                <a:hlinkClick r:id="rId5"/>
              </a:rPr>
              <a:t>А. Іванов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, </a:t>
            </a:r>
            <a:r>
              <a:rPr lang="uk-UA" b="0" i="0" u="none" strike="noStrike" dirty="0">
                <a:solidFill>
                  <a:srgbClr val="3F4348"/>
                </a:solidFill>
                <a:effectLst/>
                <a:latin typeface="Fira Sans" panose="020B0503050000020004" pitchFamily="34" charset="0"/>
                <a:hlinkClick r:id="rId6"/>
              </a:rPr>
              <a:t>В. Затонський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 та ін.) проти військ КВО, закінчилося тим, що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представниц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узгоджувал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комісія постановила вивести війська, викликані командуванням КВО, і демократизувати його штаб. Юнкери й донські козаки під командуванням генерала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Квецинського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 залишили Київ. Командування військами КВО прийняв підполковник Павленко. Відновлений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більшов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ревком вже не претендував на владу. 30 жовтня (12 листопада) УЦР заслухала доповідь </a:t>
            </a:r>
            <a:r>
              <a:rPr lang="uk-UA" b="0" i="0" u="none" strike="noStrike" dirty="0">
                <a:solidFill>
                  <a:srgbClr val="3F4348"/>
                </a:solidFill>
                <a:effectLst/>
                <a:latin typeface="Fira Sans" panose="020B0503050000020004" pitchFamily="34" charset="0"/>
                <a:hlinkClick r:id="rId7"/>
              </a:rPr>
              <a:t>М. Грушевського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 про проект Конституції України. Нею передбачене встановлення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федератив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зв’язків України з Рад. Росією, компетенція Ген. Секретаріату поширена на Катеринослав., Харків., Херсон.,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Таврій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(без Криму),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Холм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., частково Курську та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Воронез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губернії. На об’єднаному засіданні рад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робітн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і солдат. депутатів Києва УЦР визнано крайовою владою. Вона у цей час була найвпливовішою політ. силою в Україні та об’єднувала рев.-демократ. сили, які репрезентували інтереси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укр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., рос.,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євр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та ін. населення. 7(20) листопада проголошено </a:t>
            </a:r>
            <a:r>
              <a:rPr lang="en-GB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III 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Універсал УЦР, що декларував утворення УНР, запроваджував демократ. свободи, окреслював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держ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кордони та принципи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укр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.-рос. зв’язків на засадах федерації. Цей визнач.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істор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акт знаменував відродження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нац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державності.</a:t>
            </a:r>
          </a:p>
          <a:p>
            <a:pPr algn="just"/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Жовтн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події в Петрограді призвели до політ. дезінтеграції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колиш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Рос. імперії: Білорус. рада виступила проти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більшов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перевороту, підтримавши Комітет порятунку батьківщини й революції, на Кавказі виник уряд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Гірс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респ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і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Тимчас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Гірс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.-Дагестан. уряд,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заг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.-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сибір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з’їзд у м. Томськ проголосив автономію Сибіру,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заг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.-казах. з’їзд –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Алаш-Ордин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автономію, татар.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Нац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збори – утворення Урало-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Волз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штатів. Крайові уряди виникли також на Кубані, Дону, в Криму. Тоді ж відбулися вибори до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Всерос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Установ. зборів, підготовлені ще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Тимчас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урядом. Результати голосування в Україні засвідчили незаперечну перевагу політ. сил УЦР: 77 % голосів здобула УСДРП, 10 % – більшовики (у 2,5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раза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 менше, ніж загалом по Росії). У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зросійщених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 містах РСДРП(б) дістала більшу підтримку: у Катеринославі (нині Дніпропетровськ) – 26,4 %, Одесі – 28,6 %, Харкові – 27,8 %, а в гарнізонах цих міст відповідно 53,4, 19,6, 44,9 %. Після проголошення </a:t>
            </a:r>
            <a:r>
              <a:rPr lang="en-GB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III 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Універсалу УЦР активізувала підготовку до виборів в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Укр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Установчі збори (затвердила Гол. у справах виборів до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Укр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Установ. зборів комісію, закон про вибори). Водночас діячі УЦР спрямовували свої зусилля на створення нової федерації народів у складі демократ. Росії, яку мали складати Молдова, Крим, Кубань,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Всевелике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 Військо Донське, Башкортостан, Сибір і Кавказ. УЦР фактично ігнорувала декрети РНК Рад. Росії. Всупереч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ленін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гаслу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самочин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припинення війни солдатами й офіцерами, 9(22) листопада Ген. Секретаріат прийняв рішення про необхідність припинення війни і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поч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переговорів, а до того часу військам наказано тримати фронт. 23 листопада (6 грудня) ухвалено об’єднання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Пд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.-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Зх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і Румун. фронтів у один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Укр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фронт та укладено перемир’я. Ген.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секр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з військ. справ </a:t>
            </a:r>
            <a:r>
              <a:rPr lang="uk-UA" b="0" i="1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С. Петлюра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 наказав усім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укр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частинам прибути в Україну для підпорядкування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Укр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фронту, РНК Рад. Росії усіляко перешкоджала цьому. Такі дії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більшов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уряду викликали відповідну реакцію УЦР – 30 листопада (13 грудня) з Києва виведено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розпропагов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більшовиками військ. частини. У відповідь РНК надіслала УЦР ультиматум, в якому вона не визнавалася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легітим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., а її дії кваліфікувалися як контрреволюційні. 5(18) грудня </a:t>
            </a:r>
            <a:r>
              <a:rPr lang="uk-UA" b="0" i="0" dirty="0" err="1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укр</a:t>
            </a:r>
            <a:r>
              <a:rPr lang="uk-UA" b="0" i="0" dirty="0">
                <a:solidFill>
                  <a:srgbClr val="3F4348"/>
                </a:solidFill>
                <a:effectLst/>
                <a:latin typeface="Fira Sans" panose="020B0503050000020004" pitchFamily="34" charset="0"/>
              </a:rPr>
              <a:t>. уряд надіслав відповідь РНК, де відкинув звинувачення і вказав на непослідовність рос. лідерів. 4(17) грудня у Києві розпочав роботу з’їзд представників селянства, робітників, військових. Більшовики, опинившись у меншості, переїхали до Харкова, де на своєму з’їзді 11–12(24–25) грудня проголосили встановлення рад. влади в Україні, що спричинило першу війну між УНР і РСФРР.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7710064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343" name="Rectangle 14342">
            <a:extLst>
              <a:ext uri="{FF2B5EF4-FFF2-40B4-BE49-F238E27FC236}">
                <a16:creationId xmlns:a16="http://schemas.microsoft.com/office/drawing/2014/main" id="{1CD81A2A-6ED4-4EF4-A14C-912D31E14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77EBF5-0855-21D2-A38A-7834FCE8D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</p:spPr>
        <p:txBody>
          <a:bodyPr>
            <a:normAutofit/>
          </a:bodyPr>
          <a:lstStyle/>
          <a:p>
            <a:r>
              <a:rPr lang="uk-UA" sz="2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III Універсал УЦР та становлення Української Народної Республіки</a:t>
            </a:r>
            <a:endParaRPr lang="uk-UA" sz="2800"/>
          </a:p>
        </p:txBody>
      </p:sp>
      <p:sp>
        <p:nvSpPr>
          <p:cNvPr id="14345" name="Freeform: Shape 14344">
            <a:extLst>
              <a:ext uri="{FF2B5EF4-FFF2-40B4-BE49-F238E27FC236}">
                <a16:creationId xmlns:a16="http://schemas.microsoft.com/office/drawing/2014/main" id="{1661932C-CA15-4E17-B115-FAE7CBEE4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F8D15F2-052D-F42B-1609-5E55E7DD2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93361" cy="4351338"/>
          </a:xfrm>
        </p:spPr>
        <p:txBody>
          <a:bodyPr>
            <a:normAutofit/>
          </a:bodyPr>
          <a:lstStyle/>
          <a:p>
            <a:r>
              <a:rPr lang="en-GB" dirty="0">
                <a:hlinkClick r:id="rId2"/>
              </a:rPr>
              <a:t>https://zakon.rada.gov.ua/laws/show/n0005300-17#Text</a:t>
            </a:r>
            <a:endParaRPr lang="uk-UA" dirty="0"/>
          </a:p>
          <a:p>
            <a:endParaRPr lang="uk-UA" dirty="0"/>
          </a:p>
        </p:txBody>
      </p:sp>
      <p:sp>
        <p:nvSpPr>
          <p:cNvPr id="14347" name="Oval 14346">
            <a:extLst>
              <a:ext uri="{FF2B5EF4-FFF2-40B4-BE49-F238E27FC236}">
                <a16:creationId xmlns:a16="http://schemas.microsoft.com/office/drawing/2014/main" id="{8590ADD5-9383-4D3D-9047-3DA2593CC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540822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338" name="Picture 2" descr="365 днів. Наша історія. 20 листопада. Третій Універсал Центральної Ради: як  Малоросія стала Українською Народною Республікою - Новини Полтавщини">
            <a:extLst>
              <a:ext uri="{FF2B5EF4-FFF2-40B4-BE49-F238E27FC236}">
                <a16:creationId xmlns:a16="http://schemas.microsoft.com/office/drawing/2014/main" id="{E98380D5-25E6-155D-7B91-7E72C2D82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87184" y="2038453"/>
            <a:ext cx="3781051" cy="2137115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354" name="Freeform: Shape 14348">
            <a:extLst>
              <a:ext uri="{FF2B5EF4-FFF2-40B4-BE49-F238E27FC236}">
                <a16:creationId xmlns:a16="http://schemas.microsoft.com/office/drawing/2014/main" id="{DABE3E45-88CF-45D8-8D40-C773324D9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4356" name="Straight Connector 14350">
            <a:extLst>
              <a:ext uri="{FF2B5EF4-FFF2-40B4-BE49-F238E27FC236}">
                <a16:creationId xmlns:a16="http://schemas.microsoft.com/office/drawing/2014/main" id="{49CD1692-827B-4C8D-B4A1-134FD04CF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53" name="Freeform: Shape 14352">
            <a:extLst>
              <a:ext uri="{FF2B5EF4-FFF2-40B4-BE49-F238E27FC236}">
                <a16:creationId xmlns:a16="http://schemas.microsoft.com/office/drawing/2014/main" id="{B91ECDA9-56DC-4270-8F33-01C5637B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6580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355" name="Freeform: Shape 14354">
            <a:extLst>
              <a:ext uri="{FF2B5EF4-FFF2-40B4-BE49-F238E27FC236}">
                <a16:creationId xmlns:a16="http://schemas.microsoft.com/office/drawing/2014/main" id="{75F47824-961D-465D-84F9-EAE11BC61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357" name="Freeform: Shape 14356">
            <a:extLst>
              <a:ext uri="{FF2B5EF4-FFF2-40B4-BE49-F238E27FC236}">
                <a16:creationId xmlns:a16="http://schemas.microsoft.com/office/drawing/2014/main" id="{FEC9DA3E-C1D7-472D-B7C0-F71AE41FB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94391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</TotalTime>
  <Words>4462</Words>
  <Application>Microsoft Office PowerPoint</Application>
  <PresentationFormat>Широкий екран</PresentationFormat>
  <Paragraphs>68</Paragraphs>
  <Slides>18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18</vt:i4>
      </vt:variant>
    </vt:vector>
  </HeadingPairs>
  <TitlesOfParts>
    <vt:vector size="28" baseType="lpstr">
      <vt:lpstr>Arial</vt:lpstr>
      <vt:lpstr>Calibri</vt:lpstr>
      <vt:lpstr>Calibri Light</vt:lpstr>
      <vt:lpstr>Fira Sans</vt:lpstr>
      <vt:lpstr>Google Sans</vt:lpstr>
      <vt:lpstr>Helvetica</vt:lpstr>
      <vt:lpstr>PT Sans</vt:lpstr>
      <vt:lpstr>Roboto</vt:lpstr>
      <vt:lpstr>Times New Roman</vt:lpstr>
      <vt:lpstr>Тема Office</vt:lpstr>
      <vt:lpstr>Початок Української революції </vt:lpstr>
      <vt:lpstr>План</vt:lpstr>
      <vt:lpstr>Передумови Української революції 1917–1921 рр.  </vt:lpstr>
      <vt:lpstr>Періодизація</vt:lpstr>
      <vt:lpstr>Українська Центральна Рада (М.Грушевський) </vt:lpstr>
      <vt:lpstr>Перший уряд України У квітні, на Всеукраїнському національному конгресі було обрано заступниками голови УЦР Сергія Єфремова та Володимира Винниченка. Серед партій провідну роль у Центральній Раді відігравали Українська соціал-демократична робітнича партія (УСДРП), Українська партія есерів (УПСР) та Українська партія соціалістів-федералістів (УПСФ). </vt:lpstr>
      <vt:lpstr>Армія ЦР УНР</vt:lpstr>
      <vt:lpstr>Презентація PowerPoint</vt:lpstr>
      <vt:lpstr>Презентація PowerPoint</vt:lpstr>
      <vt:lpstr>Початок більшовицької агресії</vt:lpstr>
      <vt:lpstr>І Універсал Центральної Ради. Генеральний секретаріат. В.Винниченко. ІІ Універсал УЦР. Причини невдоволення ЦР та збройного виступу самостійників. </vt:lpstr>
      <vt:lpstr>Характер відносин Центральної Ради та Тимчасового уряду</vt:lpstr>
      <vt:lpstr>Другий Універсал  3 липня (16 — за новим стилем) 1917 р.</vt:lpstr>
      <vt:lpstr>Генеральний секретаріат. В.Винниченко</vt:lpstr>
      <vt:lpstr>Причини невдоволення ЦР та збройного виступу самостійників</vt:lpstr>
      <vt:lpstr>Жовтневий переворот в Росії та прихід до влади більшовиків: ризики та загрози для України  </vt:lpstr>
      <vt:lpstr>Протистояння між УЦР, більшовиками та КВО, вигнання КВО з Києва (28–31 жовтня 1917 р.)</vt:lpstr>
      <vt:lpstr>III Універсал УЦР та становлення Української Народної Республіки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Початок Української революції </dc:title>
  <dc:creator>Кузовова Наталя Миколаївна</dc:creator>
  <cp:lastModifiedBy>Кузовова Наталя Миколаївна</cp:lastModifiedBy>
  <cp:revision>2</cp:revision>
  <dcterms:created xsi:type="dcterms:W3CDTF">2024-02-16T06:25:32Z</dcterms:created>
  <dcterms:modified xsi:type="dcterms:W3CDTF">2024-02-16T14:03:09Z</dcterms:modified>
</cp:coreProperties>
</file>